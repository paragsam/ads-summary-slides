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5"/>
    <p:sldMasterId id="2147483731" r:id="rId6"/>
  </p:sldMasterIdLst>
  <p:notesMasterIdLst>
    <p:notesMasterId r:id="rId7"/>
  </p:notesMasterIdLst>
  <p:sldIdLst>
    <p:sldId id="256" r:id="rId8"/>
    <p:sldId id="257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  <p:embeddedFont>
      <p:font typeface="Inter Tight Medium"/>
      <p:regular r:id="rId14"/>
      <p:bold r:id="rId15"/>
      <p:italic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Sofia"/>
      <p:regular r:id="rId26"/>
    </p:embeddedFont>
    <p:embeddedFont>
      <p:font typeface="Proxima Nova Extrabold"/>
      <p:bold r:id="rId27"/>
    </p:embeddedFont>
    <p:embeddedFont>
      <p:font typeface="Poppins Medium"/>
      <p:regular r:id="rId28"/>
      <p:bold r:id="rId29"/>
      <p:italic r:id="rId30"/>
      <p:boldItalic r:id="rId31"/>
    </p:embeddedFont>
    <p:embeddedFont>
      <p:font typeface="Proxima Nova Semibold"/>
      <p:regular r:id="rId32"/>
      <p:bold r:id="rId33"/>
      <p:boldItalic r:id="rId34"/>
    </p:embeddedFont>
    <p:embeddedFont>
      <p:font typeface="Helvetica Neu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17C0E2-BAA6-4789-9C4B-9844F0331F23}">
  <a:tblStyle styleId="{2D17C0E2-BAA6-4789-9C4B-9844F0331F2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33" Type="http://schemas.openxmlformats.org/officeDocument/2006/relationships/font" Target="fonts/ProximaNovaSemibold-bold.fntdata"/><Relationship Id="rId32" Type="http://schemas.openxmlformats.org/officeDocument/2006/relationships/font" Target="fonts/ProximaNovaSemibold-regular.fntdata"/><Relationship Id="rId35" Type="http://schemas.openxmlformats.org/officeDocument/2006/relationships/font" Target="fonts/HelveticaNeue-regular.fntdata"/><Relationship Id="rId34" Type="http://schemas.openxmlformats.org/officeDocument/2006/relationships/font" Target="fonts/ProximaNovaSemibold-boldItalic.fntdata"/><Relationship Id="rId37" Type="http://schemas.openxmlformats.org/officeDocument/2006/relationships/font" Target="fonts/HelveticaNeue-italic.fntdata"/><Relationship Id="rId36" Type="http://schemas.openxmlformats.org/officeDocument/2006/relationships/font" Target="fonts/HelveticaNeue-bold.fntdata"/><Relationship Id="rId38" Type="http://schemas.openxmlformats.org/officeDocument/2006/relationships/font" Target="fonts/HelveticaNeue-boldItalic.fntdata"/><Relationship Id="rId20" Type="http://schemas.openxmlformats.org/officeDocument/2006/relationships/font" Target="fonts/Poppins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26" Type="http://schemas.openxmlformats.org/officeDocument/2006/relationships/font" Target="fonts/Sofia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ProximaNovaExtrabold-bold.fntdata"/><Relationship Id="rId29" Type="http://schemas.openxmlformats.org/officeDocument/2006/relationships/font" Target="fonts/PoppinsMedium-bold.fntdata"/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5" Type="http://schemas.openxmlformats.org/officeDocument/2006/relationships/font" Target="fonts/InterTightMedium-bold.fntdata"/><Relationship Id="rId14" Type="http://schemas.openxmlformats.org/officeDocument/2006/relationships/font" Target="fonts/InterTightMedium-regular.fntdata"/><Relationship Id="rId17" Type="http://schemas.openxmlformats.org/officeDocument/2006/relationships/font" Target="fonts/InterTightMedium-boldItalic.fntdata"/><Relationship Id="rId16" Type="http://schemas.openxmlformats.org/officeDocument/2006/relationships/font" Target="fonts/InterTightMedium-italic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e203dd187b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e203dd187b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203dd187b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e203dd187b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6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16.png"/><Relationship Id="rId4" Type="http://schemas.openxmlformats.org/officeDocument/2006/relationships/image" Target="../media/image17.gif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Black" type="title">
  <p:cSld name="TITLE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2017050"/>
            <a:ext cx="8520600" cy="110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2162" y="1686900"/>
            <a:ext cx="1359677" cy="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Moving-1">
  <p:cSld name="TITLE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5"/>
          <p:cNvSpPr txBox="1"/>
          <p:nvPr>
            <p:ph type="ctrTitle"/>
          </p:nvPr>
        </p:nvSpPr>
        <p:spPr>
          <a:xfrm>
            <a:off x="311700" y="2017050"/>
            <a:ext cx="8520600" cy="110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65" name="Google Shape;6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2162" y="1686900"/>
            <a:ext cx="1359677" cy="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Picture">
  <p:cSld name="TITLE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943200" y="2137475"/>
            <a:ext cx="7328400" cy="8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Black" type="secHead">
  <p:cSld name="SECTION_HEADER"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" name="Google Shape;7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Full-Bleed">
  <p:cSld name="SECTION_HEADER_4"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" name="Google Shape;7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Partnership-Black">
  <p:cSld name="SECTION_HEADER_3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/>
          <p:nvPr/>
        </p:nvSpPr>
        <p:spPr>
          <a:xfrm>
            <a:off x="7765224" y="4455449"/>
            <a:ext cx="1371300" cy="68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19"/>
          <p:cNvCxnSpPr/>
          <p:nvPr/>
        </p:nvCxnSpPr>
        <p:spPr>
          <a:xfrm>
            <a:off x="4572000" y="2344650"/>
            <a:ext cx="0" cy="454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64037" y="2406363"/>
            <a:ext cx="1359677" cy="3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Agenda">
  <p:cSld name="SECTION_HEADER_3_1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4424200" y="2150850"/>
            <a:ext cx="2781300" cy="25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0"/>
          <p:cNvSpPr/>
          <p:nvPr/>
        </p:nvSpPr>
        <p:spPr>
          <a:xfrm>
            <a:off x="7765224" y="4455449"/>
            <a:ext cx="1371300" cy="68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20"/>
          <p:cNvSpPr txBox="1"/>
          <p:nvPr/>
        </p:nvSpPr>
        <p:spPr>
          <a:xfrm>
            <a:off x="311700" y="2150850"/>
            <a:ext cx="2781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Agenda</a:t>
            </a:r>
            <a:endParaRPr sz="4800">
              <a:solidFill>
                <a:schemeClr val="lt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Razzmatazz">
  <p:cSld name="SECTION_HEADER_1">
    <p:bg>
      <p:bgPr>
        <a:solidFill>
          <a:srgbClr val="FE2C5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2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" name="Google Shape;9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Splash">
  <p:cSld name="SECTION_HEADER_1_2">
    <p:bg>
      <p:bgPr>
        <a:solidFill>
          <a:schemeClr val="l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2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p2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Moving">
  <p:cSld name="SECTION_HEADER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2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4" name="Google Shape;10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-Blank-Black" type="blank">
  <p:cSld name="BLANK"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" name="Google Shape;10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Hero-2-White">
  <p:cSld name="CUSTOM_2_1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/>
          <p:nvPr/>
        </p:nvSpPr>
        <p:spPr>
          <a:xfrm>
            <a:off x="6245075" y="-6525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5"/>
          <p:cNvSpPr txBox="1"/>
          <p:nvPr>
            <p:ph type="title"/>
          </p:nvPr>
        </p:nvSpPr>
        <p:spPr>
          <a:xfrm>
            <a:off x="754425" y="113600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754425" y="1650175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4" name="Google Shape;114;p2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>
            <p:ph idx="2" type="title"/>
          </p:nvPr>
        </p:nvSpPr>
        <p:spPr>
          <a:xfrm>
            <a:off x="3448800" y="1828400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3" type="subTitle"/>
          </p:nvPr>
        </p:nvSpPr>
        <p:spPr>
          <a:xfrm>
            <a:off x="3448800" y="3364975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Hero-2-Black">
  <p:cSld name="CUSTOM_2_1_1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1588" y="-6525"/>
            <a:ext cx="51434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6"/>
          <p:cNvSpPr/>
          <p:nvPr/>
        </p:nvSpPr>
        <p:spPr>
          <a:xfrm>
            <a:off x="6245075" y="-6525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6"/>
          <p:cNvSpPr txBox="1"/>
          <p:nvPr>
            <p:ph type="title"/>
          </p:nvPr>
        </p:nvSpPr>
        <p:spPr>
          <a:xfrm>
            <a:off x="754425" y="104175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" type="subTitle"/>
          </p:nvPr>
        </p:nvSpPr>
        <p:spPr>
          <a:xfrm>
            <a:off x="754425" y="1640750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6"/>
          <p:cNvSpPr txBox="1"/>
          <p:nvPr>
            <p:ph idx="2" type="title"/>
          </p:nvPr>
        </p:nvSpPr>
        <p:spPr>
          <a:xfrm>
            <a:off x="3448800" y="1828400"/>
            <a:ext cx="2246400" cy="15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5" name="Google Shape;125;p26"/>
          <p:cNvSpPr txBox="1"/>
          <p:nvPr>
            <p:ph idx="3" type="subTitle"/>
          </p:nvPr>
        </p:nvSpPr>
        <p:spPr>
          <a:xfrm>
            <a:off x="3448800" y="3364975"/>
            <a:ext cx="2246400" cy="15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Black">
  <p:cSld name="CUSTOM_1"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b="1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2" type="title"/>
          </p:nvPr>
        </p:nvSpPr>
        <p:spPr>
          <a:xfrm>
            <a:off x="8128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2" name="Google Shape;132;p27"/>
          <p:cNvSpPr txBox="1"/>
          <p:nvPr>
            <p:ph idx="3" type="title"/>
          </p:nvPr>
        </p:nvSpPr>
        <p:spPr>
          <a:xfrm>
            <a:off x="45355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1" type="subTitle"/>
          </p:nvPr>
        </p:nvSpPr>
        <p:spPr>
          <a:xfrm>
            <a:off x="45355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4" type="subTitle"/>
          </p:nvPr>
        </p:nvSpPr>
        <p:spPr>
          <a:xfrm>
            <a:off x="8128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Black">
  <p:cSld name="CUSTOM_1_3"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b="1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0" name="Google Shape;140;p28"/>
          <p:cNvSpPr txBox="1"/>
          <p:nvPr>
            <p:ph idx="2" type="title"/>
          </p:nvPr>
        </p:nvSpPr>
        <p:spPr>
          <a:xfrm>
            <a:off x="723150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1" name="Google Shape;141;p28"/>
          <p:cNvSpPr txBox="1"/>
          <p:nvPr>
            <p:ph idx="3" type="title"/>
          </p:nvPr>
        </p:nvSpPr>
        <p:spPr>
          <a:xfrm>
            <a:off x="32890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2" name="Google Shape;142;p28"/>
          <p:cNvSpPr txBox="1"/>
          <p:nvPr>
            <p:ph idx="1" type="subTitle"/>
          </p:nvPr>
        </p:nvSpPr>
        <p:spPr>
          <a:xfrm>
            <a:off x="32890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8"/>
          <p:cNvSpPr txBox="1"/>
          <p:nvPr>
            <p:ph idx="4" type="subTitle"/>
          </p:nvPr>
        </p:nvSpPr>
        <p:spPr>
          <a:xfrm>
            <a:off x="723150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28"/>
          <p:cNvSpPr txBox="1"/>
          <p:nvPr>
            <p:ph idx="5" type="title"/>
          </p:nvPr>
        </p:nvSpPr>
        <p:spPr>
          <a:xfrm>
            <a:off x="58549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8" name="Google Shape;148;p28"/>
          <p:cNvSpPr txBox="1"/>
          <p:nvPr>
            <p:ph idx="6" type="subTitle"/>
          </p:nvPr>
        </p:nvSpPr>
        <p:spPr>
          <a:xfrm>
            <a:off x="58549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White">
  <p:cSld name="CUSTOM_1_3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b="1" sz="4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1" name="Google Shape;151;p29"/>
          <p:cNvSpPr txBox="1"/>
          <p:nvPr>
            <p:ph idx="2" type="title"/>
          </p:nvPr>
        </p:nvSpPr>
        <p:spPr>
          <a:xfrm>
            <a:off x="723150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idx="3" type="title"/>
          </p:nvPr>
        </p:nvSpPr>
        <p:spPr>
          <a:xfrm>
            <a:off x="32890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1" type="subTitle"/>
          </p:nvPr>
        </p:nvSpPr>
        <p:spPr>
          <a:xfrm>
            <a:off x="32890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9"/>
          <p:cNvSpPr txBox="1"/>
          <p:nvPr>
            <p:ph idx="4" type="subTitle"/>
          </p:nvPr>
        </p:nvSpPr>
        <p:spPr>
          <a:xfrm>
            <a:off x="723150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9"/>
          <p:cNvSpPr txBox="1"/>
          <p:nvPr>
            <p:ph idx="5" type="title"/>
          </p:nvPr>
        </p:nvSpPr>
        <p:spPr>
          <a:xfrm>
            <a:off x="5854952" y="2140025"/>
            <a:ext cx="25659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6" name="Google Shape;156;p29"/>
          <p:cNvSpPr txBox="1"/>
          <p:nvPr>
            <p:ph idx="6" type="subTitle"/>
          </p:nvPr>
        </p:nvSpPr>
        <p:spPr>
          <a:xfrm>
            <a:off x="5854952" y="2383416"/>
            <a:ext cx="25659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1">
  <p:cSld name="CUSTOM_1_3_1_1_2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30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30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0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30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None/>
              <a:defRPr b="1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2" name="Google Shape;172;p30"/>
          <p:cNvSpPr/>
          <p:nvPr/>
        </p:nvSpPr>
        <p:spPr>
          <a:xfrm>
            <a:off x="1967063" y="158680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2">
  <p:cSld name="CUSTOM_1_3_1_1_1_2"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31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31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31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1"/>
          <p:cNvSpPr/>
          <p:nvPr/>
        </p:nvSpPr>
        <p:spPr>
          <a:xfrm>
            <a:off x="1967063" y="248835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8" name="Google Shape;188;p31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1500"/>
              <a:buFont typeface="Proxima Nova"/>
              <a:buNone/>
              <a:defRPr b="1" sz="15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9" name="Google Shape;189;p31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3">
  <p:cSld name="CUSTOM_1_3_1_1_1_1_2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3" name="Google Shape;193;p3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32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32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2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2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32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/>
          <p:nvPr/>
        </p:nvSpPr>
        <p:spPr>
          <a:xfrm>
            <a:off x="1967063" y="337210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2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1500"/>
              <a:buFont typeface="Proxima Nova"/>
              <a:buNone/>
              <a:defRPr b="1" sz="15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33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33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8" name="Google Shape;208;p33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9" name="Google Shape;209;p33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/>
          <p:nvPr/>
        </p:nvSpPr>
        <p:spPr>
          <a:xfrm>
            <a:off x="1967063" y="158680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33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" name="Google Shape;21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33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8" name="Google Shape;218;p33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9" name="Google Shape;219;p33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_1"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34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5" name="Google Shape;2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7" name="Google Shape;227;p34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34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4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4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4"/>
          <p:cNvSpPr/>
          <p:nvPr/>
        </p:nvSpPr>
        <p:spPr>
          <a:xfrm>
            <a:off x="1967063" y="247945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4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3" name="Google Shape;233;p34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9525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4" name="Google Shape;234;p34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_1_1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5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0" name="Google Shape;24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2" name="Google Shape;242;p35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5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5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5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5"/>
          <p:cNvSpPr/>
          <p:nvPr/>
        </p:nvSpPr>
        <p:spPr>
          <a:xfrm>
            <a:off x="1967063" y="337210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5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48" name="Google Shape;248;p35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49" name="Google Shape;249;p35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4-Things-Black">
  <p:cSld name="CUSTOM_1_2"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/>
          <p:nvPr/>
        </p:nvSpPr>
        <p:spPr>
          <a:xfrm>
            <a:off x="11399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6"/>
          <p:cNvSpPr/>
          <p:nvPr/>
        </p:nvSpPr>
        <p:spPr>
          <a:xfrm>
            <a:off x="29853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6"/>
          <p:cNvSpPr/>
          <p:nvPr/>
        </p:nvSpPr>
        <p:spPr>
          <a:xfrm>
            <a:off x="4830738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6"/>
          <p:cNvSpPr/>
          <p:nvPr/>
        </p:nvSpPr>
        <p:spPr>
          <a:xfrm>
            <a:off x="667611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 txBox="1"/>
          <p:nvPr>
            <p:ph type="title"/>
          </p:nvPr>
        </p:nvSpPr>
        <p:spPr>
          <a:xfrm>
            <a:off x="1139950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6" name="Google Shape;256;p36"/>
          <p:cNvSpPr txBox="1"/>
          <p:nvPr>
            <p:ph idx="2" type="title"/>
          </p:nvPr>
        </p:nvSpPr>
        <p:spPr>
          <a:xfrm>
            <a:off x="2985375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7" name="Google Shape;257;p36"/>
          <p:cNvSpPr txBox="1"/>
          <p:nvPr>
            <p:ph idx="3" type="title"/>
          </p:nvPr>
        </p:nvSpPr>
        <p:spPr>
          <a:xfrm>
            <a:off x="4830800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8" name="Google Shape;258;p36"/>
          <p:cNvSpPr txBox="1"/>
          <p:nvPr>
            <p:ph idx="4" type="title"/>
          </p:nvPr>
        </p:nvSpPr>
        <p:spPr>
          <a:xfrm>
            <a:off x="6676225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9" name="Google Shape;259;p36"/>
          <p:cNvSpPr txBox="1"/>
          <p:nvPr>
            <p:ph idx="5" type="title"/>
          </p:nvPr>
        </p:nvSpPr>
        <p:spPr>
          <a:xfrm>
            <a:off x="170572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60" name="Google Shape;260;p3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1" name="Google Shape;26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113995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36"/>
          <p:cNvSpPr txBox="1"/>
          <p:nvPr>
            <p:ph idx="6" type="body"/>
          </p:nvPr>
        </p:nvSpPr>
        <p:spPr>
          <a:xfrm>
            <a:off x="29853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36"/>
          <p:cNvSpPr txBox="1"/>
          <p:nvPr>
            <p:ph idx="7" type="body"/>
          </p:nvPr>
        </p:nvSpPr>
        <p:spPr>
          <a:xfrm>
            <a:off x="48308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36"/>
          <p:cNvSpPr txBox="1"/>
          <p:nvPr>
            <p:ph idx="8" type="body"/>
          </p:nvPr>
        </p:nvSpPr>
        <p:spPr>
          <a:xfrm>
            <a:off x="66762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4-Things-White">
  <p:cSld name="CUSTOM_1_2_3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/>
          <p:nvPr/>
        </p:nvSpPr>
        <p:spPr>
          <a:xfrm>
            <a:off x="11399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7"/>
          <p:cNvSpPr/>
          <p:nvPr/>
        </p:nvSpPr>
        <p:spPr>
          <a:xfrm>
            <a:off x="29853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/>
          <p:nvPr/>
        </p:nvSpPr>
        <p:spPr>
          <a:xfrm>
            <a:off x="4830738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7"/>
          <p:cNvSpPr/>
          <p:nvPr/>
        </p:nvSpPr>
        <p:spPr>
          <a:xfrm>
            <a:off x="667611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7"/>
          <p:cNvSpPr txBox="1"/>
          <p:nvPr>
            <p:ph type="title"/>
          </p:nvPr>
        </p:nvSpPr>
        <p:spPr>
          <a:xfrm>
            <a:off x="1139950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3" name="Google Shape;273;p37"/>
          <p:cNvSpPr txBox="1"/>
          <p:nvPr>
            <p:ph idx="2" type="title"/>
          </p:nvPr>
        </p:nvSpPr>
        <p:spPr>
          <a:xfrm>
            <a:off x="2985375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4" name="Google Shape;274;p37"/>
          <p:cNvSpPr txBox="1"/>
          <p:nvPr>
            <p:ph idx="3" type="title"/>
          </p:nvPr>
        </p:nvSpPr>
        <p:spPr>
          <a:xfrm>
            <a:off x="4830800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5" name="Google Shape;275;p37"/>
          <p:cNvSpPr txBox="1"/>
          <p:nvPr>
            <p:ph idx="4" type="title"/>
          </p:nvPr>
        </p:nvSpPr>
        <p:spPr>
          <a:xfrm>
            <a:off x="6676225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5" type="title"/>
          </p:nvPr>
        </p:nvSpPr>
        <p:spPr>
          <a:xfrm>
            <a:off x="170572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7" name="Google Shape;277;p37"/>
          <p:cNvSpPr txBox="1"/>
          <p:nvPr>
            <p:ph idx="1" type="body"/>
          </p:nvPr>
        </p:nvSpPr>
        <p:spPr>
          <a:xfrm>
            <a:off x="113995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8" name="Google Shape;278;p37"/>
          <p:cNvSpPr txBox="1"/>
          <p:nvPr>
            <p:ph idx="6" type="body"/>
          </p:nvPr>
        </p:nvSpPr>
        <p:spPr>
          <a:xfrm>
            <a:off x="29853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9" name="Google Shape;279;p37"/>
          <p:cNvSpPr txBox="1"/>
          <p:nvPr>
            <p:ph idx="7" type="body"/>
          </p:nvPr>
        </p:nvSpPr>
        <p:spPr>
          <a:xfrm>
            <a:off x="48308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idx="8" type="body"/>
          </p:nvPr>
        </p:nvSpPr>
        <p:spPr>
          <a:xfrm>
            <a:off x="66762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1" name="Google Shape;281;p3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3" name="Google Shape;283;p3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Black">
  <p:cSld name="CUSTOM_1_2_2">
    <p:bg>
      <p:bgPr>
        <a:solidFill>
          <a:srgbClr val="00000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/>
          <p:nvPr/>
        </p:nvSpPr>
        <p:spPr>
          <a:xfrm>
            <a:off x="140952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8"/>
          <p:cNvSpPr/>
          <p:nvPr/>
        </p:nvSpPr>
        <p:spPr>
          <a:xfrm>
            <a:off x="39080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8"/>
          <p:cNvSpPr/>
          <p:nvPr/>
        </p:nvSpPr>
        <p:spPr>
          <a:xfrm>
            <a:off x="64065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8"/>
          <p:cNvSpPr txBox="1"/>
          <p:nvPr>
            <p:ph type="title"/>
          </p:nvPr>
        </p:nvSpPr>
        <p:spPr>
          <a:xfrm>
            <a:off x="140951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idx="2" type="title"/>
          </p:nvPr>
        </p:nvSpPr>
        <p:spPr>
          <a:xfrm>
            <a:off x="3908088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3" type="title"/>
          </p:nvPr>
        </p:nvSpPr>
        <p:spPr>
          <a:xfrm>
            <a:off x="6406638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4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2" name="Google Shape;292;p3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3" name="Google Shape;29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14095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5" type="body"/>
          </p:nvPr>
        </p:nvSpPr>
        <p:spPr>
          <a:xfrm>
            <a:off x="39081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6" type="body"/>
          </p:nvPr>
        </p:nvSpPr>
        <p:spPr>
          <a:xfrm>
            <a:off x="64066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Things-Black">
  <p:cSld name="CUSTOM_1_2_2_4">
    <p:bg>
      <p:bgPr>
        <a:solidFill>
          <a:srgbClr val="000000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/>
          <p:nvPr/>
        </p:nvSpPr>
        <p:spPr>
          <a:xfrm>
            <a:off x="26588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9"/>
          <p:cNvSpPr/>
          <p:nvPr/>
        </p:nvSpPr>
        <p:spPr>
          <a:xfrm>
            <a:off x="51573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9"/>
          <p:cNvSpPr txBox="1"/>
          <p:nvPr>
            <p:ph type="title"/>
          </p:nvPr>
        </p:nvSpPr>
        <p:spPr>
          <a:xfrm>
            <a:off x="265881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title"/>
          </p:nvPr>
        </p:nvSpPr>
        <p:spPr>
          <a:xfrm>
            <a:off x="515736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3" name="Google Shape;303;p39"/>
          <p:cNvSpPr txBox="1"/>
          <p:nvPr>
            <p:ph idx="3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4" name="Google Shape;304;p3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5" name="Google Shape;30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p39"/>
          <p:cNvSpPr txBox="1"/>
          <p:nvPr>
            <p:ph idx="1" type="body"/>
          </p:nvPr>
        </p:nvSpPr>
        <p:spPr>
          <a:xfrm>
            <a:off x="26588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1574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White">
  <p:cSld name="CUSTOM_1_2_2_3"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/>
          <p:nvPr/>
        </p:nvSpPr>
        <p:spPr>
          <a:xfrm>
            <a:off x="140952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0"/>
          <p:cNvSpPr/>
          <p:nvPr/>
        </p:nvSpPr>
        <p:spPr>
          <a:xfrm>
            <a:off x="39080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0"/>
          <p:cNvSpPr/>
          <p:nvPr/>
        </p:nvSpPr>
        <p:spPr>
          <a:xfrm>
            <a:off x="64065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0"/>
          <p:cNvSpPr txBox="1"/>
          <p:nvPr>
            <p:ph type="title"/>
          </p:nvPr>
        </p:nvSpPr>
        <p:spPr>
          <a:xfrm>
            <a:off x="140951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4" name="Google Shape;314;p40"/>
          <p:cNvSpPr txBox="1"/>
          <p:nvPr>
            <p:ph idx="2" type="title"/>
          </p:nvPr>
        </p:nvSpPr>
        <p:spPr>
          <a:xfrm>
            <a:off x="3908088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5" name="Google Shape;315;p40"/>
          <p:cNvSpPr txBox="1"/>
          <p:nvPr>
            <p:ph idx="3" type="title"/>
          </p:nvPr>
        </p:nvSpPr>
        <p:spPr>
          <a:xfrm>
            <a:off x="6406638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6" name="Google Shape;316;p40"/>
          <p:cNvSpPr txBox="1"/>
          <p:nvPr>
            <p:ph idx="4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14095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8" name="Google Shape;318;p40"/>
          <p:cNvSpPr txBox="1"/>
          <p:nvPr>
            <p:ph idx="5" type="body"/>
          </p:nvPr>
        </p:nvSpPr>
        <p:spPr>
          <a:xfrm>
            <a:off x="39081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9" name="Google Shape;319;p40"/>
          <p:cNvSpPr txBox="1"/>
          <p:nvPr>
            <p:ph idx="6" type="body"/>
          </p:nvPr>
        </p:nvSpPr>
        <p:spPr>
          <a:xfrm>
            <a:off x="640667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0" name="Google Shape;320;p4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4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2" name="Google Shape;322;p4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Things-White">
  <p:cSld name="CUSTOM_1_2_2_3_1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/>
          <p:nvPr/>
        </p:nvSpPr>
        <p:spPr>
          <a:xfrm>
            <a:off x="26588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1"/>
          <p:cNvSpPr/>
          <p:nvPr/>
        </p:nvSpPr>
        <p:spPr>
          <a:xfrm>
            <a:off x="51573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1"/>
          <p:cNvSpPr txBox="1"/>
          <p:nvPr>
            <p:ph type="title"/>
          </p:nvPr>
        </p:nvSpPr>
        <p:spPr>
          <a:xfrm>
            <a:off x="265881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7" name="Google Shape;327;p41"/>
          <p:cNvSpPr txBox="1"/>
          <p:nvPr>
            <p:ph idx="2" type="title"/>
          </p:nvPr>
        </p:nvSpPr>
        <p:spPr>
          <a:xfrm>
            <a:off x="515736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8" name="Google Shape;328;p41"/>
          <p:cNvSpPr txBox="1"/>
          <p:nvPr>
            <p:ph idx="3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2658825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0" name="Google Shape;330;p41"/>
          <p:cNvSpPr txBox="1"/>
          <p:nvPr>
            <p:ph idx="4" type="body"/>
          </p:nvPr>
        </p:nvSpPr>
        <p:spPr>
          <a:xfrm>
            <a:off x="5157400" y="3967263"/>
            <a:ext cx="13278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4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3" name="Google Shape;333;p4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Landscape-Black">
  <p:cSld name="CUSTOM_1_2_2_2">
    <p:bg>
      <p:bgPr>
        <a:solidFill>
          <a:srgbClr val="00000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36" name="Google Shape;336;p4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7" name="Google Shape;33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9" name="Google Shape;339;p42"/>
          <p:cNvSpPr txBox="1"/>
          <p:nvPr>
            <p:ph idx="1" type="body"/>
          </p:nvPr>
        </p:nvSpPr>
        <p:spPr>
          <a:xfrm>
            <a:off x="72352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2"/>
          <p:cNvSpPr txBox="1"/>
          <p:nvPr>
            <p:ph idx="2" type="body"/>
          </p:nvPr>
        </p:nvSpPr>
        <p:spPr>
          <a:xfrm>
            <a:off x="3320200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2"/>
          <p:cNvSpPr txBox="1"/>
          <p:nvPr>
            <p:ph idx="3" type="body"/>
          </p:nvPr>
        </p:nvSpPr>
        <p:spPr>
          <a:xfrm>
            <a:off x="591687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42"/>
          <p:cNvSpPr/>
          <p:nvPr/>
        </p:nvSpPr>
        <p:spPr>
          <a:xfrm>
            <a:off x="723538" y="1940009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3320225" y="1940113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42"/>
          <p:cNvSpPr/>
          <p:nvPr/>
        </p:nvSpPr>
        <p:spPr>
          <a:xfrm>
            <a:off x="5916900" y="1930188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Landscape-White">
  <p:cSld name="CUSTOM_1_2_2_2_1"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/>
          <p:nvPr>
            <p:ph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47" name="Google Shape;347;p43"/>
          <p:cNvSpPr txBox="1"/>
          <p:nvPr>
            <p:ph idx="1" type="body"/>
          </p:nvPr>
        </p:nvSpPr>
        <p:spPr>
          <a:xfrm>
            <a:off x="72352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8" name="Google Shape;348;p43"/>
          <p:cNvSpPr txBox="1"/>
          <p:nvPr>
            <p:ph idx="2" type="body"/>
          </p:nvPr>
        </p:nvSpPr>
        <p:spPr>
          <a:xfrm>
            <a:off x="3320200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9" name="Google Shape;349;p43"/>
          <p:cNvSpPr txBox="1"/>
          <p:nvPr>
            <p:ph idx="3" type="body"/>
          </p:nvPr>
        </p:nvSpPr>
        <p:spPr>
          <a:xfrm>
            <a:off x="5916875" y="3361950"/>
            <a:ext cx="2503500" cy="8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0" name="Google Shape;350;p43"/>
          <p:cNvSpPr/>
          <p:nvPr/>
        </p:nvSpPr>
        <p:spPr>
          <a:xfrm>
            <a:off x="723538" y="1940009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43"/>
          <p:cNvSpPr/>
          <p:nvPr/>
        </p:nvSpPr>
        <p:spPr>
          <a:xfrm>
            <a:off x="3320225" y="1940113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5916900" y="1930188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4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4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5" name="Google Shape;355;p4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Pictures-Black">
  <p:cSld name="CUSTOM_1_2_2_1">
    <p:bg>
      <p:bgPr>
        <a:solidFill>
          <a:srgbClr val="000000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58" name="Google Shape;358;p44"/>
          <p:cNvSpPr/>
          <p:nvPr/>
        </p:nvSpPr>
        <p:spPr>
          <a:xfrm>
            <a:off x="1076750" y="146192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0" name="Google Shape;36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44"/>
          <p:cNvSpPr txBox="1"/>
          <p:nvPr>
            <p:ph idx="1" type="body"/>
          </p:nvPr>
        </p:nvSpPr>
        <p:spPr>
          <a:xfrm>
            <a:off x="1131425" y="1506425"/>
            <a:ext cx="3189300" cy="780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63" name="Google Shape;363;p44"/>
          <p:cNvSpPr/>
          <p:nvPr/>
        </p:nvSpPr>
        <p:spPr>
          <a:xfrm>
            <a:off x="1076750" y="2374000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4"/>
          <p:cNvSpPr/>
          <p:nvPr/>
        </p:nvSpPr>
        <p:spPr>
          <a:xfrm>
            <a:off x="1076750" y="328607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4"/>
          <p:cNvSpPr txBox="1"/>
          <p:nvPr>
            <p:ph idx="2" type="body"/>
          </p:nvPr>
        </p:nvSpPr>
        <p:spPr>
          <a:xfrm>
            <a:off x="1131425" y="2418500"/>
            <a:ext cx="3189300" cy="780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66" name="Google Shape;366;p44"/>
          <p:cNvSpPr txBox="1"/>
          <p:nvPr>
            <p:ph idx="3" type="body"/>
          </p:nvPr>
        </p:nvSpPr>
        <p:spPr>
          <a:xfrm>
            <a:off x="1131425" y="3330575"/>
            <a:ext cx="3189300" cy="780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Pictures-White">
  <p:cSld name="CUSTOM_1_2_2_1_1">
    <p:bg>
      <p:bgPr>
        <a:solidFill>
          <a:schemeClr val="lt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69" name="Google Shape;369;p4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1076750" y="146192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5"/>
          <p:cNvSpPr/>
          <p:nvPr/>
        </p:nvSpPr>
        <p:spPr>
          <a:xfrm>
            <a:off x="1076750" y="2374000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5"/>
          <p:cNvSpPr/>
          <p:nvPr/>
        </p:nvSpPr>
        <p:spPr>
          <a:xfrm>
            <a:off x="1076750" y="328607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45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5"/>
          <p:cNvSpPr txBox="1"/>
          <p:nvPr>
            <p:ph idx="1" type="body"/>
          </p:nvPr>
        </p:nvSpPr>
        <p:spPr>
          <a:xfrm>
            <a:off x="1131425" y="1506425"/>
            <a:ext cx="3189300" cy="780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76" name="Google Shape;376;p45"/>
          <p:cNvSpPr txBox="1"/>
          <p:nvPr>
            <p:ph idx="2" type="body"/>
          </p:nvPr>
        </p:nvSpPr>
        <p:spPr>
          <a:xfrm>
            <a:off x="1131425" y="2418500"/>
            <a:ext cx="3189300" cy="780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77" name="Google Shape;377;p45"/>
          <p:cNvSpPr txBox="1"/>
          <p:nvPr>
            <p:ph idx="3" type="body"/>
          </p:nvPr>
        </p:nvSpPr>
        <p:spPr>
          <a:xfrm>
            <a:off x="1131425" y="3330575"/>
            <a:ext cx="3189300" cy="780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Product-Black">
  <p:cSld name="CUSTOM_1_2_1">
    <p:bg>
      <p:bgPr>
        <a:solidFill>
          <a:srgbClr val="00000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0" name="Google Shape;380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2" name="Google Shape;382;p46"/>
          <p:cNvSpPr txBox="1"/>
          <p:nvPr>
            <p:ph type="title"/>
          </p:nvPr>
        </p:nvSpPr>
        <p:spPr>
          <a:xfrm>
            <a:off x="303425" y="691025"/>
            <a:ext cx="22890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83" name="Google Shape;383;p46"/>
          <p:cNvSpPr txBox="1"/>
          <p:nvPr>
            <p:ph idx="1" type="subTitle"/>
          </p:nvPr>
        </p:nvSpPr>
        <p:spPr>
          <a:xfrm>
            <a:off x="303425" y="1565525"/>
            <a:ext cx="20631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Product-White">
  <p:cSld name="CUSTOM_1_2_1_2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4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7" name="Google Shape;387;p4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7"/>
          <p:cNvSpPr txBox="1"/>
          <p:nvPr>
            <p:ph type="title"/>
          </p:nvPr>
        </p:nvSpPr>
        <p:spPr>
          <a:xfrm>
            <a:off x="303425" y="691025"/>
            <a:ext cx="22890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89" name="Google Shape;389;p47"/>
          <p:cNvSpPr txBox="1"/>
          <p:nvPr>
            <p:ph idx="1" type="subTitle"/>
          </p:nvPr>
        </p:nvSpPr>
        <p:spPr>
          <a:xfrm>
            <a:off x="303425" y="1565525"/>
            <a:ext cx="20631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Quote-White">
  <p:cSld name="CUSTOM_1_2_1_1_2"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2" name="Google Shape;392;p4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3" name="Google Shape;393;p48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8"/>
          <p:cNvSpPr txBox="1"/>
          <p:nvPr/>
        </p:nvSpPr>
        <p:spPr>
          <a:xfrm>
            <a:off x="255740" y="-74711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5" name="Google Shape;395;p48"/>
          <p:cNvSpPr txBox="1"/>
          <p:nvPr>
            <p:ph idx="1" type="subTitle"/>
          </p:nvPr>
        </p:nvSpPr>
        <p:spPr>
          <a:xfrm>
            <a:off x="933900" y="1037025"/>
            <a:ext cx="7276200" cy="294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roxima Nova Semibold"/>
              <a:buNone/>
              <a:defRPr b="0" sz="3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6" name="Google Shape;396;p48"/>
          <p:cNvSpPr txBox="1"/>
          <p:nvPr>
            <p:ph idx="2" type="subTitle"/>
          </p:nvPr>
        </p:nvSpPr>
        <p:spPr>
          <a:xfrm>
            <a:off x="933900" y="3300200"/>
            <a:ext cx="727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roxima Nova Semibold"/>
              <a:buNone/>
              <a:defRPr b="0" sz="13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7" name="Google Shape;397;p48"/>
          <p:cNvSpPr txBox="1"/>
          <p:nvPr/>
        </p:nvSpPr>
        <p:spPr>
          <a:xfrm>
            <a:off x="6940315" y="180729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Landscape-Picture-Black">
  <p:cSld name="CUSTOM_1_2_1_1_1">
    <p:bg>
      <p:bgPr>
        <a:solidFill>
          <a:srgbClr val="000000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0" name="Google Shape;400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2" name="Google Shape;402;p49"/>
          <p:cNvSpPr/>
          <p:nvPr/>
        </p:nvSpPr>
        <p:spPr>
          <a:xfrm>
            <a:off x="3294125" y="1465350"/>
            <a:ext cx="5404200" cy="2748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9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4" name="Google Shape;404;p49"/>
          <p:cNvSpPr txBox="1"/>
          <p:nvPr>
            <p:ph idx="1" type="subTitle"/>
          </p:nvPr>
        </p:nvSpPr>
        <p:spPr>
          <a:xfrm>
            <a:off x="497950" y="1465350"/>
            <a:ext cx="2461200" cy="27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sz="9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Landscape-Picture-White">
  <p:cSld name="CUSTOM_1_2_1_1_1_1">
    <p:bg>
      <p:bgPr>
        <a:solidFill>
          <a:schemeClr val="lt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/>
          <p:nvPr/>
        </p:nvSpPr>
        <p:spPr>
          <a:xfrm>
            <a:off x="3294125" y="1465350"/>
            <a:ext cx="5404200" cy="2748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0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b="1" sz="2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8" name="Google Shape;408;p50"/>
          <p:cNvSpPr txBox="1"/>
          <p:nvPr>
            <p:ph idx="1" type="subTitle"/>
          </p:nvPr>
        </p:nvSpPr>
        <p:spPr>
          <a:xfrm>
            <a:off x="497950" y="1465350"/>
            <a:ext cx="2461200" cy="27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5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0" name="Google Shape;410;p5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1" name="Google Shape;411;p5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White">
  <p:cSld name="CUSTOM_1_1"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5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5" name="Google Shape;415;p5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1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b="1" sz="4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7" name="Google Shape;417;p51"/>
          <p:cNvSpPr txBox="1"/>
          <p:nvPr>
            <p:ph idx="2" type="title"/>
          </p:nvPr>
        </p:nvSpPr>
        <p:spPr>
          <a:xfrm>
            <a:off x="8128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8" name="Google Shape;418;p51"/>
          <p:cNvSpPr txBox="1"/>
          <p:nvPr>
            <p:ph idx="3" type="title"/>
          </p:nvPr>
        </p:nvSpPr>
        <p:spPr>
          <a:xfrm>
            <a:off x="4535500" y="2140000"/>
            <a:ext cx="3722700" cy="2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9" name="Google Shape;419;p51"/>
          <p:cNvSpPr txBox="1"/>
          <p:nvPr>
            <p:ph idx="1" type="subTitle"/>
          </p:nvPr>
        </p:nvSpPr>
        <p:spPr>
          <a:xfrm>
            <a:off x="45355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51"/>
          <p:cNvSpPr txBox="1"/>
          <p:nvPr>
            <p:ph idx="4" type="subTitle"/>
          </p:nvPr>
        </p:nvSpPr>
        <p:spPr>
          <a:xfrm>
            <a:off x="812800" y="2383388"/>
            <a:ext cx="3722700" cy="23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Title-Hero-1">
  <p:cSld name="BLANK_3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"/>
          <p:cNvSpPr/>
          <p:nvPr/>
        </p:nvSpPr>
        <p:spPr>
          <a:xfrm>
            <a:off x="1175600" y="-3300"/>
            <a:ext cx="2879100" cy="515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2"/>
          <p:cNvSpPr txBox="1"/>
          <p:nvPr>
            <p:ph idx="1" type="subTitle"/>
          </p:nvPr>
        </p:nvSpPr>
        <p:spPr>
          <a:xfrm>
            <a:off x="4710075" y="2152350"/>
            <a:ext cx="40743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4" name="Google Shape;424;p52"/>
          <p:cNvSpPr txBox="1"/>
          <p:nvPr>
            <p:ph type="title"/>
          </p:nvPr>
        </p:nvSpPr>
        <p:spPr>
          <a:xfrm>
            <a:off x="4486275" y="1277850"/>
            <a:ext cx="4298100" cy="8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25" name="Google Shape;425;p5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p5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7" name="Google Shape;427;p5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Title-Hero-2">
  <p:cSld name="BLANK_3_1_2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/>
          <p:nvPr/>
        </p:nvSpPr>
        <p:spPr>
          <a:xfrm>
            <a:off x="5261525" y="-3300"/>
            <a:ext cx="2879100" cy="515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536300" y="2450538"/>
            <a:ext cx="36381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31" name="Google Shape;431;p53"/>
          <p:cNvSpPr txBox="1"/>
          <p:nvPr>
            <p:ph type="title"/>
          </p:nvPr>
        </p:nvSpPr>
        <p:spPr>
          <a:xfrm>
            <a:off x="303425" y="979663"/>
            <a:ext cx="4958100" cy="147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32" name="Google Shape;432;p5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5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4" name="Google Shape;434;p5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-Blank-White">
  <p:cSld name="BLANK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7" name="Google Shape;43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-Endcard">
  <p:cSld name="BLANK_1_2">
    <p:bg>
      <p:bgPr>
        <a:solidFill>
          <a:srgbClr val="000000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/>
          <p:nvPr/>
        </p:nvSpPr>
        <p:spPr>
          <a:xfrm>
            <a:off x="311700" y="2017050"/>
            <a:ext cx="85206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thanks.</a:t>
            </a:r>
            <a:endParaRPr sz="5200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441" name="Google Shape;441;p55"/>
          <p:cNvSpPr/>
          <p:nvPr/>
        </p:nvSpPr>
        <p:spPr>
          <a:xfrm>
            <a:off x="5529000" y="2683925"/>
            <a:ext cx="148600" cy="148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Quote-Black">
  <p:cSld name="CUSTOM_1_2_1_1_3">
    <p:bg>
      <p:bgPr>
        <a:solidFill>
          <a:srgbClr val="00000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/>
          <p:nvPr/>
        </p:nvSpPr>
        <p:spPr>
          <a:xfrm>
            <a:off x="255740" y="-74711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4" name="Google Shape;444;p5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5" name="Google Shape;445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p56"/>
          <p:cNvSpPr txBox="1"/>
          <p:nvPr>
            <p:ph idx="1" type="subTitle"/>
          </p:nvPr>
        </p:nvSpPr>
        <p:spPr>
          <a:xfrm>
            <a:off x="933900" y="1037025"/>
            <a:ext cx="7276200" cy="294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roxima Nova Semibold"/>
              <a:buNone/>
              <a:defRPr b="0" sz="30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8" name="Google Shape;448;p56"/>
          <p:cNvSpPr txBox="1"/>
          <p:nvPr>
            <p:ph idx="2" type="subTitle"/>
          </p:nvPr>
        </p:nvSpPr>
        <p:spPr>
          <a:xfrm>
            <a:off x="933900" y="3300200"/>
            <a:ext cx="7276200" cy="6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roxima Nova Semibold"/>
              <a:buNone/>
              <a:defRPr b="0" sz="13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9" name="Google Shape;449;p56"/>
          <p:cNvSpPr txBox="1"/>
          <p:nvPr/>
        </p:nvSpPr>
        <p:spPr>
          <a:xfrm>
            <a:off x="6940315" y="180729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sz="35000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" showMasterSp="0">
  <p:cSld name="Blank Page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标题和内容">
  <p:cSld name="1_标题和内容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8"/>
          <p:cNvSpPr/>
          <p:nvPr/>
        </p:nvSpPr>
        <p:spPr>
          <a:xfrm>
            <a:off x="10195095" y="11334701"/>
            <a:ext cx="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PPT模板下载：www.1ppt.com/moban/     行业PPT模板：www.1ppt.com/hangye/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节日PPT模板：www.1ppt.com/jieri/           PPT素材下载：www.1ppt.com/sucai/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PPT背景图片：www.1ppt.com/beijing/      PPT图表下载：www.1ppt.com/tubiao/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优秀PPT下载：www.1ppt.com/xiazai/        PPT教程： www.1ppt.com/powerpoint/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Word教程： www.1ppt.com/word/              Excel教程：www.1ppt.com/excel/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资料下载：www.1ppt.com/ziliao/                PPT课件下载：www.1ppt.com/kejian/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范文下载：www.1ppt.com/fanwen/             试卷下载：www.1ppt.com/shiti/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教案下载：www.1ppt.com/jiaoan/  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字体下载：www.1ppt.com/ziti/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 type="tx">
  <p:cSld name="TITLE_AND_BODY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9"/>
          <p:cNvSpPr txBox="1"/>
          <p:nvPr>
            <p:ph type="title"/>
          </p:nvPr>
        </p:nvSpPr>
        <p:spPr>
          <a:xfrm>
            <a:off x="685800" y="403865"/>
            <a:ext cx="77697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pic>
        <p:nvPicPr>
          <p:cNvPr descr="A close up of a logo&#10;&#10;Description automatically generated" id="455" name="Google Shape;45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nfographic/Data Vis">
  <p:cSld name="TITLE_2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type="title"/>
          </p:nvPr>
        </p:nvSpPr>
        <p:spPr>
          <a:xfrm>
            <a:off x="685800" y="828675"/>
            <a:ext cx="32004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Sofia"/>
              <a:buNone/>
              <a:defRPr sz="3000"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1" type="body"/>
          </p:nvPr>
        </p:nvSpPr>
        <p:spPr>
          <a:xfrm>
            <a:off x="685800" y="2604259"/>
            <a:ext cx="3200400" cy="12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59" name="Google Shape;459;p60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noFill/>
          <a:ln cap="flat" cmpd="sng" w="12700">
            <a:solidFill>
              <a:srgbClr val="BAFFFA">
                <a:alpha val="0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A close up of a logo&#10;&#10;Description automatically generated" id="460" name="Google Shape;46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"/>
          <p:cNvSpPr txBox="1"/>
          <p:nvPr>
            <p:ph type="title"/>
          </p:nvPr>
        </p:nvSpPr>
        <p:spPr>
          <a:xfrm>
            <a:off x="685800" y="403865"/>
            <a:ext cx="77697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63" name="Google Shape;463;p61"/>
          <p:cNvSpPr txBox="1"/>
          <p:nvPr>
            <p:ph idx="1" type="body"/>
          </p:nvPr>
        </p:nvSpPr>
        <p:spPr>
          <a:xfrm>
            <a:off x="685800" y="1269002"/>
            <a:ext cx="77697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66700" lvl="0" marL="4572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1pPr>
            <a:lvl2pPr indent="-266700" lvl="1" marL="9144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2pPr>
            <a:lvl3pPr indent="-266700" lvl="2" marL="13716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3pPr>
            <a:lvl4pPr indent="-266700" lvl="3" marL="18288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4pPr>
            <a:lvl5pPr indent="-266700" lvl="4" marL="22860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64" name="Google Shape;464;p61"/>
          <p:cNvSpPr txBox="1"/>
          <p:nvPr>
            <p:ph idx="12" type="sldNum"/>
          </p:nvPr>
        </p:nvSpPr>
        <p:spPr>
          <a:xfrm>
            <a:off x="8455412" y="21056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 up of a logo&#10;&#10;Description automatically generated" id="465" name="Google Shape;465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 1" showMasterSp="0">
  <p:cSld name="Blank Page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2"/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62"/>
          <p:cNvSpPr/>
          <p:nvPr/>
        </p:nvSpPr>
        <p:spPr>
          <a:xfrm rot="-394829">
            <a:off x="247343" y="196639"/>
            <a:ext cx="8562914" cy="4810373"/>
          </a:xfrm>
          <a:prstGeom prst="roundRect">
            <a:avLst>
              <a:gd fmla="val 7603" name="adj"/>
            </a:avLst>
          </a:prstGeom>
          <a:solidFill>
            <a:schemeClr val="lt1"/>
          </a:solidFill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9" name="Google Shape;469;p62"/>
          <p:cNvGrpSpPr/>
          <p:nvPr/>
        </p:nvGrpSpPr>
        <p:grpSpPr>
          <a:xfrm>
            <a:off x="805235" y="4768875"/>
            <a:ext cx="1090109" cy="102655"/>
            <a:chOff x="4946599" y="880952"/>
            <a:chExt cx="2294000" cy="216026"/>
          </a:xfrm>
        </p:grpSpPr>
        <p:grpSp>
          <p:nvGrpSpPr>
            <p:cNvPr id="470" name="Google Shape;470;p62"/>
            <p:cNvGrpSpPr/>
            <p:nvPr/>
          </p:nvGrpSpPr>
          <p:grpSpPr>
            <a:xfrm>
              <a:off x="5906719" y="961190"/>
              <a:ext cx="42519" cy="108356"/>
              <a:chOff x="5906719" y="3402939"/>
              <a:chExt cx="42519" cy="108356"/>
            </a:xfrm>
          </p:grpSpPr>
          <p:sp>
            <p:nvSpPr>
              <p:cNvPr id="471" name="Google Shape;471;p62"/>
              <p:cNvSpPr/>
              <p:nvPr/>
            </p:nvSpPr>
            <p:spPr>
              <a:xfrm>
                <a:off x="5906719" y="3402939"/>
                <a:ext cx="42519" cy="42519"/>
              </a:xfrm>
              <a:custGeom>
                <a:rect b="b" l="l" r="r" t="t"/>
                <a:pathLst>
                  <a:path extrusionOk="0" h="42519" w="42519">
                    <a:moveTo>
                      <a:pt x="42520" y="21260"/>
                    </a:moveTo>
                    <a:cubicBezTo>
                      <a:pt x="42520" y="32918"/>
                      <a:pt x="32919" y="42519"/>
                      <a:pt x="21260" y="42519"/>
                    </a:cubicBezTo>
                    <a:cubicBezTo>
                      <a:pt x="9601" y="42519"/>
                      <a:pt x="0" y="32918"/>
                      <a:pt x="0" y="21260"/>
                    </a:cubicBezTo>
                    <a:cubicBezTo>
                      <a:pt x="0" y="9601"/>
                      <a:pt x="9601" y="0"/>
                      <a:pt x="21260" y="0"/>
                    </a:cubicBezTo>
                    <a:cubicBezTo>
                      <a:pt x="32919" y="0"/>
                      <a:pt x="42520" y="9601"/>
                      <a:pt x="42520" y="2126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2"/>
              <p:cNvSpPr/>
              <p:nvPr/>
            </p:nvSpPr>
            <p:spPr>
              <a:xfrm>
                <a:off x="5906719" y="3468776"/>
                <a:ext cx="42519" cy="42519"/>
              </a:xfrm>
              <a:custGeom>
                <a:rect b="b" l="l" r="r" t="t"/>
                <a:pathLst>
                  <a:path extrusionOk="0" h="42519" w="42519">
                    <a:moveTo>
                      <a:pt x="42520" y="21260"/>
                    </a:moveTo>
                    <a:cubicBezTo>
                      <a:pt x="42520" y="32919"/>
                      <a:pt x="32919" y="42520"/>
                      <a:pt x="21260" y="42520"/>
                    </a:cubicBezTo>
                    <a:cubicBezTo>
                      <a:pt x="9601" y="42520"/>
                      <a:pt x="0" y="32919"/>
                      <a:pt x="0" y="21260"/>
                    </a:cubicBezTo>
                    <a:cubicBezTo>
                      <a:pt x="0" y="9601"/>
                      <a:pt x="9601" y="0"/>
                      <a:pt x="21260" y="0"/>
                    </a:cubicBezTo>
                    <a:cubicBezTo>
                      <a:pt x="32919" y="0"/>
                      <a:pt x="42520" y="9601"/>
                      <a:pt x="42520" y="2126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62"/>
            <p:cNvGrpSpPr/>
            <p:nvPr/>
          </p:nvGrpSpPr>
          <p:grpSpPr>
            <a:xfrm>
              <a:off x="4946599" y="880952"/>
              <a:ext cx="2294000" cy="216026"/>
              <a:chOff x="4946599" y="3322701"/>
              <a:chExt cx="2294000" cy="216026"/>
            </a:xfrm>
          </p:grpSpPr>
          <p:sp>
            <p:nvSpPr>
              <p:cNvPr id="474" name="Google Shape;474;p62"/>
              <p:cNvSpPr/>
              <p:nvPr/>
            </p:nvSpPr>
            <p:spPr>
              <a:xfrm>
                <a:off x="4946599" y="3323386"/>
                <a:ext cx="159791" cy="213283"/>
              </a:xfrm>
              <a:custGeom>
                <a:rect b="b" l="l" r="r" t="t"/>
                <a:pathLst>
                  <a:path extrusionOk="0" h="213283" w="159791">
                    <a:moveTo>
                      <a:pt x="686" y="0"/>
                    </a:moveTo>
                    <a:lnTo>
                      <a:pt x="6858" y="0"/>
                    </a:lnTo>
                    <a:lnTo>
                      <a:pt x="159792" y="0"/>
                    </a:lnTo>
                    <a:lnTo>
                      <a:pt x="145390" y="45263"/>
                    </a:lnTo>
                    <a:lnTo>
                      <a:pt x="104242" y="45263"/>
                    </a:lnTo>
                    <a:lnTo>
                      <a:pt x="104242" y="203682"/>
                    </a:lnTo>
                    <a:lnTo>
                      <a:pt x="104242" y="213284"/>
                    </a:lnTo>
                    <a:lnTo>
                      <a:pt x="52121" y="213284"/>
                    </a:lnTo>
                    <a:cubicBezTo>
                      <a:pt x="52121" y="213284"/>
                      <a:pt x="52121" y="211912"/>
                      <a:pt x="52121" y="209855"/>
                    </a:cubicBezTo>
                    <a:lnTo>
                      <a:pt x="52121" y="45263"/>
                    </a:lnTo>
                    <a:lnTo>
                      <a:pt x="6172" y="45263"/>
                    </a:lnTo>
                    <a:lnTo>
                      <a:pt x="0" y="45263"/>
                    </a:lnTo>
                    <a:lnTo>
                      <a:pt x="6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2"/>
              <p:cNvSpPr/>
              <p:nvPr/>
            </p:nvSpPr>
            <p:spPr>
              <a:xfrm>
                <a:off x="5370423" y="3323386"/>
                <a:ext cx="162534" cy="213283"/>
              </a:xfrm>
              <a:custGeom>
                <a:rect b="b" l="l" r="r" t="t"/>
                <a:pathLst>
                  <a:path extrusionOk="0" h="213283" w="162534">
                    <a:moveTo>
                      <a:pt x="0" y="0"/>
                    </a:moveTo>
                    <a:lnTo>
                      <a:pt x="6172" y="0"/>
                    </a:lnTo>
                    <a:lnTo>
                      <a:pt x="162534" y="0"/>
                    </a:lnTo>
                    <a:lnTo>
                      <a:pt x="148133" y="45263"/>
                    </a:lnTo>
                    <a:lnTo>
                      <a:pt x="103556" y="45263"/>
                    </a:lnTo>
                    <a:lnTo>
                      <a:pt x="103556" y="203682"/>
                    </a:lnTo>
                    <a:lnTo>
                      <a:pt x="103556" y="213284"/>
                    </a:lnTo>
                    <a:lnTo>
                      <a:pt x="52121" y="213284"/>
                    </a:lnTo>
                    <a:cubicBezTo>
                      <a:pt x="52121" y="213284"/>
                      <a:pt x="52121" y="211912"/>
                      <a:pt x="52121" y="209855"/>
                    </a:cubicBezTo>
                    <a:lnTo>
                      <a:pt x="52121" y="45263"/>
                    </a:lnTo>
                    <a:lnTo>
                      <a:pt x="6172" y="45263"/>
                    </a:lnTo>
                    <a:lnTo>
                      <a:pt x="0" y="452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2"/>
              <p:cNvSpPr/>
              <p:nvPr/>
            </p:nvSpPr>
            <p:spPr>
              <a:xfrm>
                <a:off x="5115991" y="3391281"/>
                <a:ext cx="50749" cy="145389"/>
              </a:xfrm>
              <a:custGeom>
                <a:rect b="b" l="l" r="r" t="t"/>
                <a:pathLst>
                  <a:path extrusionOk="0" h="145389" w="50749">
                    <a:moveTo>
                      <a:pt x="0" y="4801"/>
                    </a:moveTo>
                    <a:lnTo>
                      <a:pt x="0" y="0"/>
                    </a:lnTo>
                    <a:lnTo>
                      <a:pt x="50749" y="0"/>
                    </a:lnTo>
                    <a:lnTo>
                      <a:pt x="50749" y="4801"/>
                    </a:lnTo>
                    <a:lnTo>
                      <a:pt x="50749" y="132359"/>
                    </a:lnTo>
                    <a:lnTo>
                      <a:pt x="50749" y="145390"/>
                    </a:lnTo>
                    <a:lnTo>
                      <a:pt x="0" y="145390"/>
                    </a:lnTo>
                    <a:lnTo>
                      <a:pt x="0" y="1378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2"/>
              <p:cNvSpPr/>
              <p:nvPr/>
            </p:nvSpPr>
            <p:spPr>
              <a:xfrm>
                <a:off x="5191429" y="3322701"/>
                <a:ext cx="169392" cy="213969"/>
              </a:xfrm>
              <a:custGeom>
                <a:rect b="b" l="l" r="r" t="t"/>
                <a:pathLst>
                  <a:path extrusionOk="0" h="213969" w="169392">
                    <a:moveTo>
                      <a:pt x="0" y="10287"/>
                    </a:moveTo>
                    <a:lnTo>
                      <a:pt x="0" y="0"/>
                    </a:lnTo>
                    <a:lnTo>
                      <a:pt x="10287" y="0"/>
                    </a:lnTo>
                    <a:lnTo>
                      <a:pt x="41834" y="0"/>
                    </a:lnTo>
                    <a:lnTo>
                      <a:pt x="50063" y="0"/>
                    </a:lnTo>
                    <a:lnTo>
                      <a:pt x="50063" y="8915"/>
                    </a:lnTo>
                    <a:lnTo>
                      <a:pt x="50063" y="99441"/>
                    </a:lnTo>
                    <a:lnTo>
                      <a:pt x="100812" y="50063"/>
                    </a:lnTo>
                    <a:lnTo>
                      <a:pt x="161849" y="50063"/>
                    </a:lnTo>
                    <a:lnTo>
                      <a:pt x="98069" y="111785"/>
                    </a:lnTo>
                    <a:lnTo>
                      <a:pt x="169392" y="213970"/>
                    </a:lnTo>
                    <a:lnTo>
                      <a:pt x="113157" y="213970"/>
                    </a:lnTo>
                    <a:lnTo>
                      <a:pt x="65837" y="143332"/>
                    </a:lnTo>
                    <a:lnTo>
                      <a:pt x="50749" y="157734"/>
                    </a:lnTo>
                    <a:lnTo>
                      <a:pt x="50749" y="213970"/>
                    </a:lnTo>
                    <a:lnTo>
                      <a:pt x="0" y="213970"/>
                    </a:lnTo>
                    <a:lnTo>
                      <a:pt x="0" y="2091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2"/>
              <p:cNvSpPr/>
              <p:nvPr/>
            </p:nvSpPr>
            <p:spPr>
              <a:xfrm>
                <a:off x="5714009" y="3322701"/>
                <a:ext cx="169392" cy="213969"/>
              </a:xfrm>
              <a:custGeom>
                <a:rect b="b" l="l" r="r" t="t"/>
                <a:pathLst>
                  <a:path extrusionOk="0" h="213969" w="169392">
                    <a:moveTo>
                      <a:pt x="0" y="10287"/>
                    </a:moveTo>
                    <a:lnTo>
                      <a:pt x="0" y="0"/>
                    </a:lnTo>
                    <a:lnTo>
                      <a:pt x="10287" y="0"/>
                    </a:lnTo>
                    <a:lnTo>
                      <a:pt x="41834" y="0"/>
                    </a:lnTo>
                    <a:lnTo>
                      <a:pt x="50064" y="0"/>
                    </a:lnTo>
                    <a:lnTo>
                      <a:pt x="50064" y="8915"/>
                    </a:lnTo>
                    <a:lnTo>
                      <a:pt x="50064" y="99441"/>
                    </a:lnTo>
                    <a:lnTo>
                      <a:pt x="101499" y="50063"/>
                    </a:lnTo>
                    <a:lnTo>
                      <a:pt x="161849" y="50063"/>
                    </a:lnTo>
                    <a:lnTo>
                      <a:pt x="98070" y="111785"/>
                    </a:lnTo>
                    <a:lnTo>
                      <a:pt x="169393" y="213970"/>
                    </a:lnTo>
                    <a:lnTo>
                      <a:pt x="113843" y="213970"/>
                    </a:lnTo>
                    <a:lnTo>
                      <a:pt x="65837" y="143332"/>
                    </a:lnTo>
                    <a:lnTo>
                      <a:pt x="50749" y="157734"/>
                    </a:lnTo>
                    <a:lnTo>
                      <a:pt x="50749" y="213970"/>
                    </a:lnTo>
                    <a:lnTo>
                      <a:pt x="0" y="213970"/>
                    </a:lnTo>
                    <a:lnTo>
                      <a:pt x="0" y="2091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2"/>
              <p:cNvSpPr/>
              <p:nvPr/>
            </p:nvSpPr>
            <p:spPr>
              <a:xfrm>
                <a:off x="5518556" y="3361791"/>
                <a:ext cx="174193" cy="172821"/>
              </a:xfrm>
              <a:custGeom>
                <a:rect b="b" l="l" r="r" t="t"/>
                <a:pathLst>
                  <a:path extrusionOk="0" h="172821" w="174193">
                    <a:moveTo>
                      <a:pt x="166650" y="53492"/>
                    </a:moveTo>
                    <a:cubicBezTo>
                      <a:pt x="161849" y="43205"/>
                      <a:pt x="155677" y="33604"/>
                      <a:pt x="148133" y="26060"/>
                    </a:cubicBezTo>
                    <a:cubicBezTo>
                      <a:pt x="140589" y="18516"/>
                      <a:pt x="130988" y="12344"/>
                      <a:pt x="120701" y="7544"/>
                    </a:cubicBezTo>
                    <a:cubicBezTo>
                      <a:pt x="120015" y="6858"/>
                      <a:pt x="118644" y="6858"/>
                      <a:pt x="117958" y="6172"/>
                    </a:cubicBezTo>
                    <a:cubicBezTo>
                      <a:pt x="117272" y="6172"/>
                      <a:pt x="117272" y="6172"/>
                      <a:pt x="116586" y="5486"/>
                    </a:cubicBezTo>
                    <a:cubicBezTo>
                      <a:pt x="115900" y="5486"/>
                      <a:pt x="115215" y="4800"/>
                      <a:pt x="114529" y="4800"/>
                    </a:cubicBezTo>
                    <a:cubicBezTo>
                      <a:pt x="113843" y="4800"/>
                      <a:pt x="113843" y="4800"/>
                      <a:pt x="113157" y="4115"/>
                    </a:cubicBezTo>
                    <a:cubicBezTo>
                      <a:pt x="112471" y="4115"/>
                      <a:pt x="112471" y="4115"/>
                      <a:pt x="111786" y="3429"/>
                    </a:cubicBezTo>
                    <a:cubicBezTo>
                      <a:pt x="111100" y="3429"/>
                      <a:pt x="110414" y="3429"/>
                      <a:pt x="110414" y="2743"/>
                    </a:cubicBezTo>
                    <a:cubicBezTo>
                      <a:pt x="110414" y="2743"/>
                      <a:pt x="109728" y="2743"/>
                      <a:pt x="109728" y="2743"/>
                    </a:cubicBezTo>
                    <a:cubicBezTo>
                      <a:pt x="106985" y="2057"/>
                      <a:pt x="104928" y="1371"/>
                      <a:pt x="102184" y="1371"/>
                    </a:cubicBezTo>
                    <a:cubicBezTo>
                      <a:pt x="102184" y="1371"/>
                      <a:pt x="102184" y="1371"/>
                      <a:pt x="102184" y="1371"/>
                    </a:cubicBezTo>
                    <a:cubicBezTo>
                      <a:pt x="101499" y="1371"/>
                      <a:pt x="100127" y="1371"/>
                      <a:pt x="99441" y="686"/>
                    </a:cubicBezTo>
                    <a:lnTo>
                      <a:pt x="99441" y="686"/>
                    </a:lnTo>
                    <a:cubicBezTo>
                      <a:pt x="97384" y="686"/>
                      <a:pt x="95326" y="0"/>
                      <a:pt x="93955" y="0"/>
                    </a:cubicBezTo>
                    <a:cubicBezTo>
                      <a:pt x="92583" y="0"/>
                      <a:pt x="91212" y="0"/>
                      <a:pt x="89840" y="0"/>
                    </a:cubicBezTo>
                    <a:cubicBezTo>
                      <a:pt x="89154" y="0"/>
                      <a:pt x="88468" y="0"/>
                      <a:pt x="87783" y="0"/>
                    </a:cubicBezTo>
                    <a:cubicBezTo>
                      <a:pt x="87097" y="0"/>
                      <a:pt x="86411" y="0"/>
                      <a:pt x="85725" y="0"/>
                    </a:cubicBezTo>
                    <a:cubicBezTo>
                      <a:pt x="84354" y="0"/>
                      <a:pt x="82296" y="0"/>
                      <a:pt x="80925" y="0"/>
                    </a:cubicBezTo>
                    <a:cubicBezTo>
                      <a:pt x="77496" y="0"/>
                      <a:pt x="74067" y="686"/>
                      <a:pt x="70638" y="1371"/>
                    </a:cubicBezTo>
                    <a:cubicBezTo>
                      <a:pt x="69952" y="1371"/>
                      <a:pt x="69266" y="1371"/>
                      <a:pt x="69266" y="1371"/>
                    </a:cubicBezTo>
                    <a:cubicBezTo>
                      <a:pt x="68580" y="1371"/>
                      <a:pt x="68580" y="1371"/>
                      <a:pt x="67894" y="1371"/>
                    </a:cubicBezTo>
                    <a:cubicBezTo>
                      <a:pt x="66523" y="1371"/>
                      <a:pt x="65837" y="2057"/>
                      <a:pt x="64465" y="2057"/>
                    </a:cubicBezTo>
                    <a:cubicBezTo>
                      <a:pt x="56922" y="4115"/>
                      <a:pt x="50064" y="6858"/>
                      <a:pt x="43891" y="10973"/>
                    </a:cubicBezTo>
                    <a:cubicBezTo>
                      <a:pt x="37719" y="14402"/>
                      <a:pt x="31547" y="19202"/>
                      <a:pt x="26061" y="24689"/>
                    </a:cubicBezTo>
                    <a:cubicBezTo>
                      <a:pt x="20574" y="30175"/>
                      <a:pt x="16459" y="35661"/>
                      <a:pt x="12345" y="41834"/>
                    </a:cubicBezTo>
                    <a:cubicBezTo>
                      <a:pt x="8916" y="48006"/>
                      <a:pt x="5487" y="54864"/>
                      <a:pt x="3429" y="62408"/>
                    </a:cubicBezTo>
                    <a:cubicBezTo>
                      <a:pt x="1372" y="69951"/>
                      <a:pt x="0" y="77495"/>
                      <a:pt x="0" y="85725"/>
                    </a:cubicBezTo>
                    <a:cubicBezTo>
                      <a:pt x="0" y="93954"/>
                      <a:pt x="1372" y="101498"/>
                      <a:pt x="3429" y="109042"/>
                    </a:cubicBezTo>
                    <a:cubicBezTo>
                      <a:pt x="5487" y="116586"/>
                      <a:pt x="8230" y="123444"/>
                      <a:pt x="12345" y="129616"/>
                    </a:cubicBezTo>
                    <a:cubicBezTo>
                      <a:pt x="15774" y="135788"/>
                      <a:pt x="20574" y="141960"/>
                      <a:pt x="26061" y="147447"/>
                    </a:cubicBezTo>
                    <a:cubicBezTo>
                      <a:pt x="31547" y="152933"/>
                      <a:pt x="37033" y="157048"/>
                      <a:pt x="43891" y="161163"/>
                    </a:cubicBezTo>
                    <a:cubicBezTo>
                      <a:pt x="50064" y="164592"/>
                      <a:pt x="57607" y="168021"/>
                      <a:pt x="64465" y="170078"/>
                    </a:cubicBezTo>
                    <a:cubicBezTo>
                      <a:pt x="65837" y="170078"/>
                      <a:pt x="67209" y="170764"/>
                      <a:pt x="67894" y="170764"/>
                    </a:cubicBezTo>
                    <a:cubicBezTo>
                      <a:pt x="68580" y="170764"/>
                      <a:pt x="68580" y="170764"/>
                      <a:pt x="69266" y="170764"/>
                    </a:cubicBezTo>
                    <a:cubicBezTo>
                      <a:pt x="69952" y="170764"/>
                      <a:pt x="70638" y="170764"/>
                      <a:pt x="72009" y="171450"/>
                    </a:cubicBezTo>
                    <a:cubicBezTo>
                      <a:pt x="72695" y="171450"/>
                      <a:pt x="72695" y="171450"/>
                      <a:pt x="73381" y="171450"/>
                    </a:cubicBezTo>
                    <a:cubicBezTo>
                      <a:pt x="74067" y="171450"/>
                      <a:pt x="74752" y="171450"/>
                      <a:pt x="76124" y="172136"/>
                    </a:cubicBezTo>
                    <a:cubicBezTo>
                      <a:pt x="76810" y="172136"/>
                      <a:pt x="76810" y="172136"/>
                      <a:pt x="77496" y="172136"/>
                    </a:cubicBezTo>
                    <a:cubicBezTo>
                      <a:pt x="78867" y="172136"/>
                      <a:pt x="80239" y="172136"/>
                      <a:pt x="81610" y="172822"/>
                    </a:cubicBezTo>
                    <a:cubicBezTo>
                      <a:pt x="82982" y="172822"/>
                      <a:pt x="85039" y="172822"/>
                      <a:pt x="86411" y="172822"/>
                    </a:cubicBezTo>
                    <a:cubicBezTo>
                      <a:pt x="87097" y="172822"/>
                      <a:pt x="87783" y="172822"/>
                      <a:pt x="87783" y="172822"/>
                    </a:cubicBezTo>
                    <a:cubicBezTo>
                      <a:pt x="88468" y="172822"/>
                      <a:pt x="89154" y="172822"/>
                      <a:pt x="89154" y="172822"/>
                    </a:cubicBezTo>
                    <a:cubicBezTo>
                      <a:pt x="91212" y="172822"/>
                      <a:pt x="92583" y="172822"/>
                      <a:pt x="93955" y="172822"/>
                    </a:cubicBezTo>
                    <a:cubicBezTo>
                      <a:pt x="95326" y="172822"/>
                      <a:pt x="97384" y="172822"/>
                      <a:pt x="98755" y="172136"/>
                    </a:cubicBezTo>
                    <a:cubicBezTo>
                      <a:pt x="99441" y="172136"/>
                      <a:pt x="100813" y="172136"/>
                      <a:pt x="101499" y="171450"/>
                    </a:cubicBezTo>
                    <a:cubicBezTo>
                      <a:pt x="102184" y="171450"/>
                      <a:pt x="102870" y="171450"/>
                      <a:pt x="102870" y="171450"/>
                    </a:cubicBezTo>
                    <a:cubicBezTo>
                      <a:pt x="103556" y="171450"/>
                      <a:pt x="104242" y="171450"/>
                      <a:pt x="104928" y="170764"/>
                    </a:cubicBezTo>
                    <a:cubicBezTo>
                      <a:pt x="105613" y="170764"/>
                      <a:pt x="105613" y="170764"/>
                      <a:pt x="106299" y="170764"/>
                    </a:cubicBezTo>
                    <a:cubicBezTo>
                      <a:pt x="107671" y="170764"/>
                      <a:pt x="108357" y="170078"/>
                      <a:pt x="109728" y="170078"/>
                    </a:cubicBezTo>
                    <a:cubicBezTo>
                      <a:pt x="117272" y="168021"/>
                      <a:pt x="124130" y="165278"/>
                      <a:pt x="130302" y="161163"/>
                    </a:cubicBezTo>
                    <a:cubicBezTo>
                      <a:pt x="136474" y="157734"/>
                      <a:pt x="142647" y="152933"/>
                      <a:pt x="148133" y="147447"/>
                    </a:cubicBezTo>
                    <a:cubicBezTo>
                      <a:pt x="153619" y="141960"/>
                      <a:pt x="157734" y="136474"/>
                      <a:pt x="161849" y="129616"/>
                    </a:cubicBezTo>
                    <a:cubicBezTo>
                      <a:pt x="165964" y="122758"/>
                      <a:pt x="168707" y="115900"/>
                      <a:pt x="170764" y="109042"/>
                    </a:cubicBezTo>
                    <a:cubicBezTo>
                      <a:pt x="172822" y="101498"/>
                      <a:pt x="174193" y="93954"/>
                      <a:pt x="174193" y="85725"/>
                    </a:cubicBezTo>
                    <a:cubicBezTo>
                      <a:pt x="173508" y="75438"/>
                      <a:pt x="171450" y="63779"/>
                      <a:pt x="166650" y="53492"/>
                    </a:cubicBezTo>
                    <a:moveTo>
                      <a:pt x="126873" y="99441"/>
                    </a:moveTo>
                    <a:cubicBezTo>
                      <a:pt x="126187" y="102870"/>
                      <a:pt x="124130" y="106299"/>
                      <a:pt x="122758" y="109728"/>
                    </a:cubicBezTo>
                    <a:cubicBezTo>
                      <a:pt x="120701" y="113157"/>
                      <a:pt x="118644" y="115900"/>
                      <a:pt x="115900" y="117957"/>
                    </a:cubicBezTo>
                    <a:cubicBezTo>
                      <a:pt x="113157" y="120701"/>
                      <a:pt x="110414" y="122758"/>
                      <a:pt x="107671" y="124815"/>
                    </a:cubicBezTo>
                    <a:cubicBezTo>
                      <a:pt x="104242" y="126873"/>
                      <a:pt x="101499" y="128244"/>
                      <a:pt x="97384" y="128930"/>
                    </a:cubicBezTo>
                    <a:cubicBezTo>
                      <a:pt x="93955" y="129616"/>
                      <a:pt x="91212" y="130302"/>
                      <a:pt x="87783" y="130302"/>
                    </a:cubicBezTo>
                    <a:cubicBezTo>
                      <a:pt x="87783" y="130302"/>
                      <a:pt x="88468" y="130302"/>
                      <a:pt x="88468" y="130302"/>
                    </a:cubicBezTo>
                    <a:cubicBezTo>
                      <a:pt x="87783" y="130302"/>
                      <a:pt x="87783" y="130302"/>
                      <a:pt x="87097" y="130302"/>
                    </a:cubicBezTo>
                    <a:cubicBezTo>
                      <a:pt x="87097" y="130302"/>
                      <a:pt x="86411" y="130302"/>
                      <a:pt x="86411" y="130302"/>
                    </a:cubicBezTo>
                    <a:cubicBezTo>
                      <a:pt x="86411" y="130302"/>
                      <a:pt x="86411" y="130302"/>
                      <a:pt x="85725" y="130302"/>
                    </a:cubicBezTo>
                    <a:cubicBezTo>
                      <a:pt x="83668" y="130302"/>
                      <a:pt x="80925" y="130302"/>
                      <a:pt x="78867" y="129616"/>
                    </a:cubicBezTo>
                    <a:cubicBezTo>
                      <a:pt x="77496" y="129616"/>
                      <a:pt x="76124" y="128930"/>
                      <a:pt x="74752" y="128930"/>
                    </a:cubicBezTo>
                    <a:cubicBezTo>
                      <a:pt x="71323" y="128244"/>
                      <a:pt x="67894" y="126873"/>
                      <a:pt x="64465" y="124815"/>
                    </a:cubicBezTo>
                    <a:cubicBezTo>
                      <a:pt x="61036" y="122758"/>
                      <a:pt x="58293" y="120701"/>
                      <a:pt x="56236" y="117957"/>
                    </a:cubicBezTo>
                    <a:cubicBezTo>
                      <a:pt x="53493" y="115214"/>
                      <a:pt x="51435" y="112471"/>
                      <a:pt x="49378" y="109728"/>
                    </a:cubicBezTo>
                    <a:cubicBezTo>
                      <a:pt x="47320" y="106985"/>
                      <a:pt x="45949" y="103556"/>
                      <a:pt x="45263" y="99441"/>
                    </a:cubicBezTo>
                    <a:cubicBezTo>
                      <a:pt x="44577" y="96012"/>
                      <a:pt x="43891" y="91897"/>
                      <a:pt x="43891" y="87782"/>
                    </a:cubicBezTo>
                    <a:cubicBezTo>
                      <a:pt x="43891" y="83667"/>
                      <a:pt x="44577" y="80238"/>
                      <a:pt x="45263" y="76124"/>
                    </a:cubicBezTo>
                    <a:cubicBezTo>
                      <a:pt x="45949" y="72695"/>
                      <a:pt x="48006" y="69266"/>
                      <a:pt x="49378" y="65837"/>
                    </a:cubicBezTo>
                    <a:cubicBezTo>
                      <a:pt x="51435" y="62408"/>
                      <a:pt x="53493" y="59664"/>
                      <a:pt x="56236" y="57607"/>
                    </a:cubicBezTo>
                    <a:cubicBezTo>
                      <a:pt x="58979" y="54864"/>
                      <a:pt x="61722" y="52806"/>
                      <a:pt x="64465" y="50749"/>
                    </a:cubicBezTo>
                    <a:cubicBezTo>
                      <a:pt x="67894" y="48692"/>
                      <a:pt x="71323" y="47320"/>
                      <a:pt x="74752" y="46634"/>
                    </a:cubicBezTo>
                    <a:cubicBezTo>
                      <a:pt x="76124" y="45948"/>
                      <a:pt x="77496" y="45948"/>
                      <a:pt x="79553" y="45948"/>
                    </a:cubicBezTo>
                    <a:cubicBezTo>
                      <a:pt x="81610" y="45263"/>
                      <a:pt x="84354" y="45263"/>
                      <a:pt x="86411" y="45263"/>
                    </a:cubicBezTo>
                    <a:cubicBezTo>
                      <a:pt x="86411" y="45263"/>
                      <a:pt x="87097" y="45263"/>
                      <a:pt x="87097" y="45263"/>
                    </a:cubicBezTo>
                    <a:cubicBezTo>
                      <a:pt x="87097" y="45263"/>
                      <a:pt x="87097" y="45263"/>
                      <a:pt x="87783" y="45263"/>
                    </a:cubicBezTo>
                    <a:cubicBezTo>
                      <a:pt x="88468" y="45263"/>
                      <a:pt x="88468" y="45263"/>
                      <a:pt x="89154" y="45263"/>
                    </a:cubicBezTo>
                    <a:cubicBezTo>
                      <a:pt x="89154" y="45263"/>
                      <a:pt x="89154" y="45263"/>
                      <a:pt x="88468" y="45263"/>
                    </a:cubicBezTo>
                    <a:cubicBezTo>
                      <a:pt x="93955" y="45263"/>
                      <a:pt x="98755" y="46634"/>
                      <a:pt x="102870" y="48692"/>
                    </a:cubicBezTo>
                    <a:cubicBezTo>
                      <a:pt x="107671" y="50749"/>
                      <a:pt x="112471" y="54178"/>
                      <a:pt x="116586" y="57607"/>
                    </a:cubicBezTo>
                    <a:cubicBezTo>
                      <a:pt x="120701" y="61722"/>
                      <a:pt x="123444" y="65837"/>
                      <a:pt x="125502" y="71323"/>
                    </a:cubicBezTo>
                    <a:cubicBezTo>
                      <a:pt x="127559" y="76124"/>
                      <a:pt x="128931" y="82296"/>
                      <a:pt x="128931" y="87782"/>
                    </a:cubicBezTo>
                    <a:cubicBezTo>
                      <a:pt x="128931" y="91897"/>
                      <a:pt x="128245" y="95326"/>
                      <a:pt x="126873" y="99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2"/>
              <p:cNvSpPr/>
              <p:nvPr/>
            </p:nvSpPr>
            <p:spPr>
              <a:xfrm>
                <a:off x="5115991" y="3323386"/>
                <a:ext cx="50749" cy="50749"/>
              </a:xfrm>
              <a:custGeom>
                <a:rect b="b" l="l" r="r" t="t"/>
                <a:pathLst>
                  <a:path extrusionOk="0" h="50749" w="50749">
                    <a:moveTo>
                      <a:pt x="50749" y="25374"/>
                    </a:moveTo>
                    <a:cubicBezTo>
                      <a:pt x="50749" y="39776"/>
                      <a:pt x="39090" y="50749"/>
                      <a:pt x="25374" y="50749"/>
                    </a:cubicBezTo>
                    <a:cubicBezTo>
                      <a:pt x="10973" y="50749"/>
                      <a:pt x="0" y="39090"/>
                      <a:pt x="0" y="25374"/>
                    </a:cubicBezTo>
                    <a:cubicBezTo>
                      <a:pt x="0" y="10973"/>
                      <a:pt x="11658" y="0"/>
                      <a:pt x="25374" y="0"/>
                    </a:cubicBezTo>
                    <a:cubicBezTo>
                      <a:pt x="39776" y="0"/>
                      <a:pt x="50749" y="11658"/>
                      <a:pt x="50749" y="253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2"/>
              <p:cNvSpPr/>
              <p:nvPr/>
            </p:nvSpPr>
            <p:spPr>
              <a:xfrm>
                <a:off x="5998616" y="3374136"/>
                <a:ext cx="100126" cy="161848"/>
              </a:xfrm>
              <a:custGeom>
                <a:rect b="b" l="l" r="r" t="t"/>
                <a:pathLst>
                  <a:path extrusionOk="0" h="161848" w="100126">
                    <a:moveTo>
                      <a:pt x="32919" y="28804"/>
                    </a:moveTo>
                    <a:lnTo>
                      <a:pt x="32919" y="67894"/>
                    </a:lnTo>
                    <a:lnTo>
                      <a:pt x="86411" y="67894"/>
                    </a:lnTo>
                    <a:lnTo>
                      <a:pt x="86411" y="96698"/>
                    </a:lnTo>
                    <a:lnTo>
                      <a:pt x="32919" y="96698"/>
                    </a:lnTo>
                    <a:lnTo>
                      <a:pt x="32919" y="161849"/>
                    </a:lnTo>
                    <a:lnTo>
                      <a:pt x="0" y="161849"/>
                    </a:lnTo>
                    <a:lnTo>
                      <a:pt x="0" y="0"/>
                    </a:lnTo>
                    <a:lnTo>
                      <a:pt x="100127" y="0"/>
                    </a:lnTo>
                    <a:lnTo>
                      <a:pt x="100127" y="288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2"/>
              <p:cNvSpPr/>
              <p:nvPr/>
            </p:nvSpPr>
            <p:spPr>
              <a:xfrm>
                <a:off x="6099429" y="3423513"/>
                <a:ext cx="117957" cy="114528"/>
              </a:xfrm>
              <a:custGeom>
                <a:rect b="b" l="l" r="r" t="t"/>
                <a:pathLst>
                  <a:path extrusionOk="0" h="114528" w="117957">
                    <a:moveTo>
                      <a:pt x="0" y="57607"/>
                    </a:moveTo>
                    <a:cubicBezTo>
                      <a:pt x="0" y="22631"/>
                      <a:pt x="27432" y="0"/>
                      <a:pt x="58979" y="0"/>
                    </a:cubicBezTo>
                    <a:cubicBezTo>
                      <a:pt x="90526" y="0"/>
                      <a:pt x="117958" y="22631"/>
                      <a:pt x="117958" y="57607"/>
                    </a:cubicBezTo>
                    <a:cubicBezTo>
                      <a:pt x="117958" y="91897"/>
                      <a:pt x="90526" y="114529"/>
                      <a:pt x="58979" y="114529"/>
                    </a:cubicBezTo>
                    <a:cubicBezTo>
                      <a:pt x="27432" y="114529"/>
                      <a:pt x="0" y="91897"/>
                      <a:pt x="0" y="57607"/>
                    </a:cubicBezTo>
                    <a:moveTo>
                      <a:pt x="86411" y="57607"/>
                    </a:moveTo>
                    <a:cubicBezTo>
                      <a:pt x="86411" y="40462"/>
                      <a:pt x="74066" y="28803"/>
                      <a:pt x="58979" y="28803"/>
                    </a:cubicBezTo>
                    <a:cubicBezTo>
                      <a:pt x="43891" y="28803"/>
                      <a:pt x="31547" y="40462"/>
                      <a:pt x="31547" y="57607"/>
                    </a:cubicBezTo>
                    <a:cubicBezTo>
                      <a:pt x="31547" y="74752"/>
                      <a:pt x="43891" y="85725"/>
                      <a:pt x="58979" y="85725"/>
                    </a:cubicBezTo>
                    <a:cubicBezTo>
                      <a:pt x="74066" y="85725"/>
                      <a:pt x="86411" y="74066"/>
                      <a:pt x="86411" y="576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2"/>
              <p:cNvSpPr/>
              <p:nvPr/>
            </p:nvSpPr>
            <p:spPr>
              <a:xfrm>
                <a:off x="6235217" y="3423513"/>
                <a:ext cx="80238" cy="112470"/>
              </a:xfrm>
              <a:custGeom>
                <a:rect b="b" l="l" r="r" t="t"/>
                <a:pathLst>
                  <a:path extrusionOk="0" h="112470" w="80238">
                    <a:moveTo>
                      <a:pt x="80239" y="3429"/>
                    </a:moveTo>
                    <a:lnTo>
                      <a:pt x="73381" y="32918"/>
                    </a:lnTo>
                    <a:cubicBezTo>
                      <a:pt x="66523" y="29489"/>
                      <a:pt x="61722" y="28803"/>
                      <a:pt x="57607" y="28803"/>
                    </a:cubicBezTo>
                    <a:cubicBezTo>
                      <a:pt x="41834" y="28803"/>
                      <a:pt x="30861" y="43205"/>
                      <a:pt x="30861" y="74752"/>
                    </a:cubicBezTo>
                    <a:lnTo>
                      <a:pt x="30861" y="112471"/>
                    </a:lnTo>
                    <a:lnTo>
                      <a:pt x="0" y="112471"/>
                    </a:lnTo>
                    <a:lnTo>
                      <a:pt x="0" y="2743"/>
                    </a:lnTo>
                    <a:lnTo>
                      <a:pt x="30861" y="2743"/>
                    </a:lnTo>
                    <a:lnTo>
                      <a:pt x="30861" y="26060"/>
                    </a:lnTo>
                    <a:cubicBezTo>
                      <a:pt x="37033" y="7544"/>
                      <a:pt x="49378" y="0"/>
                      <a:pt x="63094" y="0"/>
                    </a:cubicBezTo>
                    <a:cubicBezTo>
                      <a:pt x="69266" y="0"/>
                      <a:pt x="75438" y="686"/>
                      <a:pt x="80239" y="34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62"/>
              <p:cNvSpPr/>
              <p:nvPr/>
            </p:nvSpPr>
            <p:spPr>
              <a:xfrm>
                <a:off x="6366205" y="3374136"/>
                <a:ext cx="120015" cy="161848"/>
              </a:xfrm>
              <a:custGeom>
                <a:rect b="b" l="l" r="r" t="t"/>
                <a:pathLst>
                  <a:path extrusionOk="0" h="161848" w="120015">
                    <a:moveTo>
                      <a:pt x="120015" y="115214"/>
                    </a:moveTo>
                    <a:cubicBezTo>
                      <a:pt x="120015" y="137846"/>
                      <a:pt x="104927" y="161849"/>
                      <a:pt x="69266" y="161849"/>
                    </a:cubicBezTo>
                    <a:lnTo>
                      <a:pt x="0" y="161849"/>
                    </a:lnTo>
                    <a:lnTo>
                      <a:pt x="0" y="0"/>
                    </a:lnTo>
                    <a:lnTo>
                      <a:pt x="64465" y="0"/>
                    </a:lnTo>
                    <a:cubicBezTo>
                      <a:pt x="93269" y="0"/>
                      <a:pt x="111785" y="17145"/>
                      <a:pt x="111785" y="41834"/>
                    </a:cubicBezTo>
                    <a:cubicBezTo>
                      <a:pt x="111785" y="53492"/>
                      <a:pt x="106985" y="69952"/>
                      <a:pt x="89154" y="75438"/>
                    </a:cubicBezTo>
                    <a:cubicBezTo>
                      <a:pt x="109728" y="78867"/>
                      <a:pt x="120015" y="97384"/>
                      <a:pt x="120015" y="115214"/>
                    </a:cubicBezTo>
                    <a:moveTo>
                      <a:pt x="32232" y="28804"/>
                    </a:moveTo>
                    <a:lnTo>
                      <a:pt x="32232" y="64465"/>
                    </a:lnTo>
                    <a:lnTo>
                      <a:pt x="61722" y="64465"/>
                    </a:lnTo>
                    <a:cubicBezTo>
                      <a:pt x="72009" y="64465"/>
                      <a:pt x="78181" y="57607"/>
                      <a:pt x="78181" y="46634"/>
                    </a:cubicBezTo>
                    <a:cubicBezTo>
                      <a:pt x="78181" y="37033"/>
                      <a:pt x="72695" y="28804"/>
                      <a:pt x="61722" y="28804"/>
                    </a:cubicBezTo>
                    <a:lnTo>
                      <a:pt x="32232" y="28804"/>
                    </a:lnTo>
                    <a:close/>
                    <a:moveTo>
                      <a:pt x="87096" y="112471"/>
                    </a:moveTo>
                    <a:cubicBezTo>
                      <a:pt x="87096" y="102184"/>
                      <a:pt x="80238" y="91897"/>
                      <a:pt x="64465" y="91897"/>
                    </a:cubicBezTo>
                    <a:lnTo>
                      <a:pt x="32232" y="91897"/>
                    </a:lnTo>
                    <a:lnTo>
                      <a:pt x="32232" y="133045"/>
                    </a:lnTo>
                    <a:lnTo>
                      <a:pt x="63779" y="133045"/>
                    </a:lnTo>
                    <a:cubicBezTo>
                      <a:pt x="79553" y="133045"/>
                      <a:pt x="87096" y="122758"/>
                      <a:pt x="87096" y="1124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62"/>
              <p:cNvSpPr/>
              <p:nvPr/>
            </p:nvSpPr>
            <p:spPr>
              <a:xfrm>
                <a:off x="6504028" y="3426256"/>
                <a:ext cx="107007" cy="112471"/>
              </a:xfrm>
              <a:custGeom>
                <a:rect b="b" l="l" r="r" t="t"/>
                <a:pathLst>
                  <a:path extrusionOk="0" h="112471" w="107007">
                    <a:moveTo>
                      <a:pt x="107007" y="0"/>
                    </a:moveTo>
                    <a:lnTo>
                      <a:pt x="107007" y="109728"/>
                    </a:lnTo>
                    <a:lnTo>
                      <a:pt x="76146" y="109728"/>
                    </a:lnTo>
                    <a:lnTo>
                      <a:pt x="76146" y="91897"/>
                    </a:lnTo>
                    <a:cubicBezTo>
                      <a:pt x="71346" y="106299"/>
                      <a:pt x="54201" y="112471"/>
                      <a:pt x="43228" y="112471"/>
                    </a:cubicBezTo>
                    <a:cubicBezTo>
                      <a:pt x="14424" y="112471"/>
                      <a:pt x="-663" y="93269"/>
                      <a:pt x="22" y="60350"/>
                    </a:cubicBezTo>
                    <a:lnTo>
                      <a:pt x="22" y="0"/>
                    </a:lnTo>
                    <a:lnTo>
                      <a:pt x="30883" y="0"/>
                    </a:lnTo>
                    <a:lnTo>
                      <a:pt x="30883" y="56921"/>
                    </a:lnTo>
                    <a:cubicBezTo>
                      <a:pt x="30883" y="74066"/>
                      <a:pt x="41170" y="81610"/>
                      <a:pt x="51457" y="81610"/>
                    </a:cubicBezTo>
                    <a:cubicBezTo>
                      <a:pt x="62430" y="81610"/>
                      <a:pt x="76146" y="75438"/>
                      <a:pt x="76146" y="56235"/>
                    </a:cubicBezTo>
                    <a:lnTo>
                      <a:pt x="76146" y="0"/>
                    </a:lnTo>
                    <a:lnTo>
                      <a:pt x="1070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62"/>
              <p:cNvSpPr/>
              <p:nvPr/>
            </p:nvSpPr>
            <p:spPr>
              <a:xfrm>
                <a:off x="6629552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2" y="24689"/>
                      <a:pt x="45949" y="24689"/>
                    </a:cubicBezTo>
                    <a:cubicBezTo>
                      <a:pt x="39091" y="24689"/>
                      <a:pt x="32918" y="28118"/>
                      <a:pt x="32918" y="33604"/>
                    </a:cubicBezTo>
                    <a:cubicBezTo>
                      <a:pt x="32918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2" y="54864"/>
                      <a:pt x="91211" y="71323"/>
                      <a:pt x="91211" y="80238"/>
                    </a:cubicBezTo>
                    <a:cubicBezTo>
                      <a:pt x="91211" y="103556"/>
                      <a:pt x="67894" y="114528"/>
                      <a:pt x="45263" y="114528"/>
                    </a:cubicBezTo>
                    <a:cubicBezTo>
                      <a:pt x="21946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62"/>
              <p:cNvSpPr/>
              <p:nvPr/>
            </p:nvSpPr>
            <p:spPr>
              <a:xfrm>
                <a:off x="6735165" y="3370021"/>
                <a:ext cx="38404" cy="165963"/>
              </a:xfrm>
              <a:custGeom>
                <a:rect b="b" l="l" r="r" t="t"/>
                <a:pathLst>
                  <a:path extrusionOk="0" h="165963" w="38404">
                    <a:moveTo>
                      <a:pt x="0" y="18517"/>
                    </a:moveTo>
                    <a:cubicBezTo>
                      <a:pt x="0" y="8230"/>
                      <a:pt x="8915" y="0"/>
                      <a:pt x="19202" y="0"/>
                    </a:cubicBezTo>
                    <a:cubicBezTo>
                      <a:pt x="30175" y="0"/>
                      <a:pt x="38405" y="8230"/>
                      <a:pt x="38405" y="18517"/>
                    </a:cubicBezTo>
                    <a:cubicBezTo>
                      <a:pt x="38405" y="28804"/>
                      <a:pt x="29489" y="37033"/>
                      <a:pt x="19202" y="37033"/>
                    </a:cubicBezTo>
                    <a:cubicBezTo>
                      <a:pt x="8915" y="37033"/>
                      <a:pt x="0" y="28804"/>
                      <a:pt x="0" y="18517"/>
                    </a:cubicBezTo>
                    <a:moveTo>
                      <a:pt x="4115" y="56236"/>
                    </a:moveTo>
                    <a:lnTo>
                      <a:pt x="34976" y="56236"/>
                    </a:lnTo>
                    <a:lnTo>
                      <a:pt x="34976" y="165963"/>
                    </a:lnTo>
                    <a:lnTo>
                      <a:pt x="4115" y="165963"/>
                    </a:lnTo>
                    <a:lnTo>
                      <a:pt x="4115" y="562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62"/>
              <p:cNvSpPr/>
              <p:nvPr/>
            </p:nvSpPr>
            <p:spPr>
              <a:xfrm>
                <a:off x="6795516" y="3423513"/>
                <a:ext cx="106984" cy="112470"/>
              </a:xfrm>
              <a:custGeom>
                <a:rect b="b" l="l" r="r" t="t"/>
                <a:pathLst>
                  <a:path extrusionOk="0" h="112470" w="106984">
                    <a:moveTo>
                      <a:pt x="106985" y="52121"/>
                    </a:moveTo>
                    <a:lnTo>
                      <a:pt x="106985" y="112471"/>
                    </a:lnTo>
                    <a:lnTo>
                      <a:pt x="76124" y="112471"/>
                    </a:lnTo>
                    <a:lnTo>
                      <a:pt x="76124" y="55550"/>
                    </a:lnTo>
                    <a:cubicBezTo>
                      <a:pt x="76124" y="38405"/>
                      <a:pt x="65837" y="30175"/>
                      <a:pt x="55550" y="30175"/>
                    </a:cubicBezTo>
                    <a:cubicBezTo>
                      <a:pt x="44577" y="30175"/>
                      <a:pt x="30861" y="36347"/>
                      <a:pt x="30861" y="56235"/>
                    </a:cubicBezTo>
                    <a:lnTo>
                      <a:pt x="30861" y="112471"/>
                    </a:lnTo>
                    <a:lnTo>
                      <a:pt x="0" y="112471"/>
                    </a:lnTo>
                    <a:lnTo>
                      <a:pt x="0" y="2743"/>
                    </a:lnTo>
                    <a:lnTo>
                      <a:pt x="30861" y="2743"/>
                    </a:lnTo>
                    <a:lnTo>
                      <a:pt x="30861" y="21260"/>
                    </a:lnTo>
                    <a:cubicBezTo>
                      <a:pt x="35662" y="6172"/>
                      <a:pt x="52807" y="0"/>
                      <a:pt x="63779" y="0"/>
                    </a:cubicBezTo>
                    <a:cubicBezTo>
                      <a:pt x="91897" y="0"/>
                      <a:pt x="106985" y="19202"/>
                      <a:pt x="106985" y="52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62"/>
              <p:cNvSpPr/>
              <p:nvPr/>
            </p:nvSpPr>
            <p:spPr>
              <a:xfrm>
                <a:off x="6918960" y="3422827"/>
                <a:ext cx="115728" cy="114528"/>
              </a:xfrm>
              <a:custGeom>
                <a:rect b="b" l="l" r="r" t="t"/>
                <a:pathLst>
                  <a:path extrusionOk="0" h="114528" w="115728">
                    <a:moveTo>
                      <a:pt x="115214" y="67894"/>
                    </a:moveTo>
                    <a:lnTo>
                      <a:pt x="32233" y="67894"/>
                    </a:lnTo>
                    <a:cubicBezTo>
                      <a:pt x="35662" y="80238"/>
                      <a:pt x="45949" y="87782"/>
                      <a:pt x="60350" y="87782"/>
                    </a:cubicBezTo>
                    <a:cubicBezTo>
                      <a:pt x="71323" y="87782"/>
                      <a:pt x="82296" y="82982"/>
                      <a:pt x="89154" y="75438"/>
                    </a:cubicBezTo>
                    <a:lnTo>
                      <a:pt x="106985" y="93269"/>
                    </a:lnTo>
                    <a:cubicBezTo>
                      <a:pt x="96698" y="106985"/>
                      <a:pt x="77495" y="114528"/>
                      <a:pt x="58293" y="114528"/>
                    </a:cubicBezTo>
                    <a:cubicBezTo>
                      <a:pt x="24689" y="114528"/>
                      <a:pt x="0" y="91212"/>
                      <a:pt x="0" y="57607"/>
                    </a:cubicBezTo>
                    <a:cubicBezTo>
                      <a:pt x="0" y="21945"/>
                      <a:pt x="26746" y="0"/>
                      <a:pt x="58293" y="0"/>
                    </a:cubicBezTo>
                    <a:cubicBezTo>
                      <a:pt x="89840" y="0"/>
                      <a:pt x="115214" y="21945"/>
                      <a:pt x="115214" y="55550"/>
                    </a:cubicBezTo>
                    <a:cubicBezTo>
                      <a:pt x="115900" y="59664"/>
                      <a:pt x="115900" y="63093"/>
                      <a:pt x="115214" y="67894"/>
                    </a:cubicBezTo>
                    <a:moveTo>
                      <a:pt x="85039" y="48006"/>
                    </a:moveTo>
                    <a:cubicBezTo>
                      <a:pt x="84353" y="34976"/>
                      <a:pt x="73381" y="27432"/>
                      <a:pt x="59665" y="27432"/>
                    </a:cubicBezTo>
                    <a:cubicBezTo>
                      <a:pt x="47320" y="27432"/>
                      <a:pt x="36347" y="33604"/>
                      <a:pt x="32918" y="48006"/>
                    </a:cubicBezTo>
                    <a:lnTo>
                      <a:pt x="85039" y="480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62"/>
              <p:cNvSpPr/>
              <p:nvPr/>
            </p:nvSpPr>
            <p:spPr>
              <a:xfrm>
                <a:off x="7045833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2" y="24689"/>
                      <a:pt x="45949" y="24689"/>
                    </a:cubicBezTo>
                    <a:cubicBezTo>
                      <a:pt x="39091" y="24689"/>
                      <a:pt x="32918" y="28118"/>
                      <a:pt x="32918" y="33604"/>
                    </a:cubicBezTo>
                    <a:cubicBezTo>
                      <a:pt x="32918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2" y="54864"/>
                      <a:pt x="91211" y="71323"/>
                      <a:pt x="91211" y="80238"/>
                    </a:cubicBezTo>
                    <a:cubicBezTo>
                      <a:pt x="91211" y="103556"/>
                      <a:pt x="67894" y="114528"/>
                      <a:pt x="45263" y="114528"/>
                    </a:cubicBezTo>
                    <a:cubicBezTo>
                      <a:pt x="22631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62"/>
              <p:cNvSpPr/>
              <p:nvPr/>
            </p:nvSpPr>
            <p:spPr>
              <a:xfrm>
                <a:off x="7149388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3" y="24689"/>
                      <a:pt x="45949" y="24689"/>
                    </a:cubicBezTo>
                    <a:cubicBezTo>
                      <a:pt x="39091" y="24689"/>
                      <a:pt x="32919" y="28118"/>
                      <a:pt x="32919" y="33604"/>
                    </a:cubicBezTo>
                    <a:cubicBezTo>
                      <a:pt x="32919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3" y="54864"/>
                      <a:pt x="91212" y="71323"/>
                      <a:pt x="91212" y="80238"/>
                    </a:cubicBezTo>
                    <a:cubicBezTo>
                      <a:pt x="91212" y="103556"/>
                      <a:pt x="67894" y="114528"/>
                      <a:pt x="45263" y="114528"/>
                    </a:cubicBezTo>
                    <a:cubicBezTo>
                      <a:pt x="22632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">
  <p:cSld name="TTBUS - DARK">
    <p:bg>
      <p:bgPr>
        <a:solidFill>
          <a:srgbClr val="000000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idx="12" type="sldNum"/>
          </p:nvPr>
        </p:nvSpPr>
        <p:spPr>
          <a:xfrm>
            <a:off x="77873" y="4721744"/>
            <a:ext cx="42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>
            <a:lvl1pPr indent="0" lvl="0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ctr"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63"/>
          <p:cNvSpPr txBox="1"/>
          <p:nvPr/>
        </p:nvSpPr>
        <p:spPr>
          <a:xfrm>
            <a:off x="6627962" y="4872812"/>
            <a:ext cx="1675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 O N F I D E N T I A L   &amp;    P R O P R I E T A R Y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5" name="Google Shape;495;p63"/>
          <p:cNvGrpSpPr/>
          <p:nvPr/>
        </p:nvGrpSpPr>
        <p:grpSpPr>
          <a:xfrm rot="10800000">
            <a:off x="8342047" y="4877858"/>
            <a:ext cx="32184" cy="81404"/>
            <a:chOff x="-1" y="0"/>
            <a:chExt cx="162054" cy="410098"/>
          </a:xfrm>
        </p:grpSpPr>
        <p:sp>
          <p:nvSpPr>
            <p:cNvPr id="496" name="Google Shape;496;p63"/>
            <p:cNvSpPr/>
            <p:nvPr/>
          </p:nvSpPr>
          <p:spPr>
            <a:xfrm>
              <a:off x="-1" y="0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849"/>
                    <a:pt x="21600" y="10800"/>
                  </a:cubicBezTo>
                </a:path>
              </a:pathLst>
            </a:custGeom>
            <a:solidFill>
              <a:srgbClr val="24F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63"/>
            <p:cNvSpPr/>
            <p:nvPr/>
          </p:nvSpPr>
          <p:spPr>
            <a:xfrm>
              <a:off x="-1" y="248044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776"/>
                    <a:pt x="21600" y="10800"/>
                  </a:cubicBezTo>
                </a:path>
              </a:pathLst>
            </a:custGeom>
            <a:solidFill>
              <a:srgbClr val="FE2C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p63"/>
          <p:cNvSpPr txBox="1"/>
          <p:nvPr/>
        </p:nvSpPr>
        <p:spPr>
          <a:xfrm>
            <a:off x="8413125" y="4872812"/>
            <a:ext cx="522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 2020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9" name="Google Shape;499;p63"/>
          <p:cNvSpPr/>
          <p:nvPr/>
        </p:nvSpPr>
        <p:spPr>
          <a:xfrm>
            <a:off x="4159288" y="4877701"/>
            <a:ext cx="826586" cy="814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46;p34" id="501" name="Google Shape;50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23" y="1"/>
            <a:ext cx="9135880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47;p34" id="502" name="Google Shape;50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318" y="4768350"/>
            <a:ext cx="1274059" cy="12192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64"/>
          <p:cNvSpPr txBox="1"/>
          <p:nvPr>
            <p:ph idx="12" type="sldNum"/>
          </p:nvPr>
        </p:nvSpPr>
        <p:spPr>
          <a:xfrm>
            <a:off x="4419600" y="4608064"/>
            <a:ext cx="2133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 2">
  <p:cSld name="TTBUS - DARK 2">
    <p:bg>
      <p:bgPr>
        <a:solidFill>
          <a:srgbClr val="000000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5"/>
          <p:cNvSpPr txBox="1"/>
          <p:nvPr>
            <p:ph idx="12" type="sldNum"/>
          </p:nvPr>
        </p:nvSpPr>
        <p:spPr>
          <a:xfrm>
            <a:off x="77873" y="4721744"/>
            <a:ext cx="42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875" lIns="102875" spcFirstLastPara="1" rIns="102875" wrap="square" tIns="102875">
            <a:noAutofit/>
          </a:bodyPr>
          <a:lstStyle>
            <a:lvl1pPr indent="0" lvl="0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ctr"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65"/>
          <p:cNvSpPr txBox="1"/>
          <p:nvPr/>
        </p:nvSpPr>
        <p:spPr>
          <a:xfrm>
            <a:off x="6627962" y="4872812"/>
            <a:ext cx="1675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 O N F I D E N T I A L   &amp;    P R O P R I E T A R Y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07" name="Google Shape;507;p65"/>
          <p:cNvGrpSpPr/>
          <p:nvPr/>
        </p:nvGrpSpPr>
        <p:grpSpPr>
          <a:xfrm rot="10800000">
            <a:off x="8342047" y="4877858"/>
            <a:ext cx="32184" cy="81404"/>
            <a:chOff x="-1" y="0"/>
            <a:chExt cx="162054" cy="410098"/>
          </a:xfrm>
        </p:grpSpPr>
        <p:sp>
          <p:nvSpPr>
            <p:cNvPr id="508" name="Google Shape;508;p65"/>
            <p:cNvSpPr/>
            <p:nvPr/>
          </p:nvSpPr>
          <p:spPr>
            <a:xfrm>
              <a:off x="-1" y="0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849"/>
                    <a:pt x="21600" y="10800"/>
                  </a:cubicBezTo>
                </a:path>
              </a:pathLst>
            </a:custGeom>
            <a:solidFill>
              <a:srgbClr val="24F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-1" y="248044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776"/>
                    <a:pt x="21600" y="10800"/>
                  </a:cubicBezTo>
                </a:path>
              </a:pathLst>
            </a:custGeom>
            <a:solidFill>
              <a:srgbClr val="FE2C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p65"/>
          <p:cNvSpPr txBox="1"/>
          <p:nvPr/>
        </p:nvSpPr>
        <p:spPr>
          <a:xfrm>
            <a:off x="8413125" y="4872812"/>
            <a:ext cx="522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O V   2 0 2 0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1" name="Google Shape;511;p65"/>
          <p:cNvSpPr/>
          <p:nvPr/>
        </p:nvSpPr>
        <p:spPr>
          <a:xfrm>
            <a:off x="4159288" y="4877701"/>
            <a:ext cx="826586" cy="814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6"/>
          <p:cNvSpPr txBox="1"/>
          <p:nvPr>
            <p:ph type="title"/>
          </p:nvPr>
        </p:nvSpPr>
        <p:spPr>
          <a:xfrm>
            <a:off x="675000" y="675000"/>
            <a:ext cx="7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4" name="Google Shape;514;p66"/>
          <p:cNvSpPr txBox="1"/>
          <p:nvPr>
            <p:ph idx="1" type="body"/>
          </p:nvPr>
        </p:nvSpPr>
        <p:spPr>
          <a:xfrm>
            <a:off x="675000" y="312769"/>
            <a:ext cx="79275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 cap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15" name="Google Shape;515;p66"/>
          <p:cNvSpPr txBox="1"/>
          <p:nvPr>
            <p:ph idx="2" type="body"/>
          </p:nvPr>
        </p:nvSpPr>
        <p:spPr>
          <a:xfrm>
            <a:off x="2427219" y="4839964"/>
            <a:ext cx="4860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600"/>
              <a:buNone/>
              <a:defRPr sz="600">
                <a:solidFill>
                  <a:srgbClr val="A5A5A5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7"/>
          <p:cNvSpPr/>
          <p:nvPr/>
        </p:nvSpPr>
        <p:spPr>
          <a:xfrm>
            <a:off x="4867275" y="0"/>
            <a:ext cx="4276800" cy="516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8" name="Google Shape;518;p6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9" name="Google Shape;519;p6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0" name="Google Shape;520;p6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4" name="Google Shape;52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7" name="Google Shape;52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8" name="Google Shape;528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1" name="Google Shape;531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2" name="Google Shape;53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6" name="Google Shape;536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B">
  <p:cSld name="ONE_COLUMN_TEXT_1_1_1_1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72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39" name="Google Shape;539;p72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700"/>
                <a:t>‹#›</a:t>
              </a:fld>
              <a:endParaRPr sz="700"/>
            </a:p>
          </p:txBody>
        </p:sp>
        <p:pic>
          <p:nvPicPr>
            <p:cNvPr id="540" name="Google Shape;540;p72"/>
            <p:cNvPicPr preferRelativeResize="0"/>
            <p:nvPr/>
          </p:nvPicPr>
          <p:blipFill rotWithShape="1">
            <a:blip r:embed="rId2">
              <a:alphaModFix/>
            </a:blip>
            <a:srcRect b="13607" l="25826" r="20032" t="16218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72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sz="7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42" name="Google Shape;542;p72"/>
          <p:cNvSpPr txBox="1"/>
          <p:nvPr>
            <p:ph type="title"/>
          </p:nvPr>
        </p:nvSpPr>
        <p:spPr>
          <a:xfrm>
            <a:off x="5064775" y="189475"/>
            <a:ext cx="3400200" cy="175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43" name="Google Shape;543;p72"/>
          <p:cNvSpPr txBox="1"/>
          <p:nvPr>
            <p:ph idx="1" type="subTitle"/>
          </p:nvPr>
        </p:nvSpPr>
        <p:spPr>
          <a:xfrm>
            <a:off x="5064775" y="2146575"/>
            <a:ext cx="3320400" cy="18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/>
        </p:txBody>
      </p:sp>
      <p:sp>
        <p:nvSpPr>
          <p:cNvPr descr="Decorative red rectangle." id="544" name="Google Shape;544;p7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52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8" name="Google Shape;54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 1 1">
  <p:cSld name="CUSTOM_2_2_1_1">
    <p:bg>
      <p:bgPr>
        <a:solidFill>
          <a:srgbClr val="000000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74"/>
          <p:cNvGrpSpPr/>
          <p:nvPr/>
        </p:nvGrpSpPr>
        <p:grpSpPr>
          <a:xfrm>
            <a:off x="209189" y="4856657"/>
            <a:ext cx="8792084" cy="345498"/>
            <a:chOff x="209189" y="4856657"/>
            <a:chExt cx="8792084" cy="345498"/>
          </a:xfrm>
        </p:grpSpPr>
        <p:sp>
          <p:nvSpPr>
            <p:cNvPr id="551" name="Google Shape;551;p74"/>
            <p:cNvSpPr txBox="1"/>
            <p:nvPr/>
          </p:nvSpPr>
          <p:spPr>
            <a:xfrm>
              <a:off x="209189" y="5023954"/>
              <a:ext cx="18942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Confidential &amp; Proprietary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52" name="Google Shape;552;p74"/>
            <p:cNvSpPr txBox="1"/>
            <p:nvPr/>
          </p:nvSpPr>
          <p:spPr>
            <a:xfrm>
              <a:off x="5456189" y="5023954"/>
              <a:ext cx="18942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pic>
          <p:nvPicPr>
            <p:cNvPr id="553" name="Google Shape;553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835525" y="4856657"/>
              <a:ext cx="165748" cy="178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4" name="Google Shape;554;p74"/>
            <p:cNvPicPr preferRelativeResize="0"/>
            <p:nvPr/>
          </p:nvPicPr>
          <p:blipFill rotWithShape="1">
            <a:blip r:embed="rId3">
              <a:alphaModFix/>
            </a:blip>
            <a:srcRect b="39075" l="-17531" r="-17531" t="-9992"/>
            <a:stretch/>
          </p:blipFill>
          <p:spPr>
            <a:xfrm>
              <a:off x="1031057" y="4960365"/>
              <a:ext cx="526833" cy="97485"/>
            </a:xfrm>
            <a:prstGeom prst="rect">
              <a:avLst/>
            </a:prstGeom>
            <a:noFill/>
            <a:ln>
              <a:noFill/>
            </a:ln>
            <a:effectLst>
              <a:outerShdw blurRad="214313" rotWithShape="0" algn="bl" dir="5400000" dist="19050">
                <a:srgbClr val="000000">
                  <a:alpha val="19000"/>
                </a:srgbClr>
              </a:outerShdw>
            </a:effectLst>
          </p:spPr>
        </p:pic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>
  <p:cSld name="空白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5"/>
          <p:cNvSpPr txBox="1"/>
          <p:nvPr>
            <p:ph type="title"/>
          </p:nvPr>
        </p:nvSpPr>
        <p:spPr>
          <a:xfrm>
            <a:off x="533117" y="525973"/>
            <a:ext cx="8089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ofia"/>
              <a:buNone/>
              <a:defRPr b="1" i="0" sz="27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">
  <p:cSld name="TITLE_AND_BODY_2_2_1_1"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76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60" name="Google Shape;560;p76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1" name="Google Shape;561;p76"/>
            <p:cNvPicPr preferRelativeResize="0"/>
            <p:nvPr/>
          </p:nvPicPr>
          <p:blipFill rotWithShape="1">
            <a:blip r:embed="rId3">
              <a:alphaModFix/>
            </a:blip>
            <a:srcRect b="13607" l="25826" r="20032" t="16218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76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2">
  <p:cSld name="Screenshot_2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7"/>
          <p:cNvSpPr txBox="1"/>
          <p:nvPr>
            <p:ph type="title"/>
          </p:nvPr>
        </p:nvSpPr>
        <p:spPr>
          <a:xfrm>
            <a:off x="675000" y="1803121"/>
            <a:ext cx="21567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1" type="body"/>
          </p:nvPr>
        </p:nvSpPr>
        <p:spPr>
          <a:xfrm>
            <a:off x="675000" y="312769"/>
            <a:ext cx="7927500" cy="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 cap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6" name="Google Shape;566;p77"/>
          <p:cNvSpPr/>
          <p:nvPr>
            <p:ph idx="2" type="pic"/>
          </p:nvPr>
        </p:nvSpPr>
        <p:spPr>
          <a:xfrm>
            <a:off x="3505855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77"/>
          <p:cNvSpPr/>
          <p:nvPr>
            <p:ph idx="3" type="pic"/>
          </p:nvPr>
        </p:nvSpPr>
        <p:spPr>
          <a:xfrm>
            <a:off x="5319102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77"/>
          <p:cNvSpPr/>
          <p:nvPr>
            <p:ph idx="4" type="pic"/>
          </p:nvPr>
        </p:nvSpPr>
        <p:spPr>
          <a:xfrm>
            <a:off x="7117553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77"/>
          <p:cNvSpPr txBox="1"/>
          <p:nvPr>
            <p:ph idx="5" type="body"/>
          </p:nvPr>
        </p:nvSpPr>
        <p:spPr>
          <a:xfrm>
            <a:off x="2427219" y="4839964"/>
            <a:ext cx="4860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600"/>
              <a:buNone/>
              <a:defRPr sz="600">
                <a:solidFill>
                  <a:srgbClr val="A5A5A5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Red Dots blank">
  <p:cSld name="2 Red Dots blank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37790" cy="342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723" y="3556223"/>
            <a:ext cx="1587278" cy="158727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8"/>
          <p:cNvSpPr txBox="1"/>
          <p:nvPr>
            <p:ph type="title"/>
          </p:nvPr>
        </p:nvSpPr>
        <p:spPr>
          <a:xfrm>
            <a:off x="2037790" y="1216509"/>
            <a:ext cx="5990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ofia"/>
              <a:buNone/>
              <a:defRPr b="1" i="0" sz="27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4" name="Google Shape;574;p78"/>
          <p:cNvSpPr txBox="1"/>
          <p:nvPr>
            <p:ph idx="1" type="body"/>
          </p:nvPr>
        </p:nvSpPr>
        <p:spPr>
          <a:xfrm>
            <a:off x="2037790" y="2382890"/>
            <a:ext cx="5990700" cy="2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Phones Red">
  <p:cSld name="1_5 Phones Red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9"/>
          <p:cNvSpPr/>
          <p:nvPr/>
        </p:nvSpPr>
        <p:spPr>
          <a:xfrm>
            <a:off x="0" y="4617526"/>
            <a:ext cx="9144000" cy="52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7" name="Google Shape;577;p79"/>
          <p:cNvSpPr txBox="1"/>
          <p:nvPr>
            <p:ph type="title"/>
          </p:nvPr>
        </p:nvSpPr>
        <p:spPr>
          <a:xfrm>
            <a:off x="538538" y="525973"/>
            <a:ext cx="8020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ofia"/>
              <a:buNone/>
              <a:defRPr b="1" i="0" sz="21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close up of a sign&#10;&#10;Description automatically generated" id="578" name="Google Shape;578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9272" y="4783913"/>
            <a:ext cx="748952" cy="17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 1">
  <p:cSld name="Title and body 1 2 1">
    <p:bg>
      <p:bgPr>
        <a:solidFill>
          <a:schemeClr val="dk1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p80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81" name="Google Shape;581;p80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2" name="Google Shape;582;p80"/>
            <p:cNvPicPr preferRelativeResize="0"/>
            <p:nvPr/>
          </p:nvPicPr>
          <p:blipFill rotWithShape="1">
            <a:blip r:embed="rId2">
              <a:alphaModFix/>
            </a:blip>
            <a:srcRect b="13601" l="25826" r="20032" t="16219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80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584" name="Google Shape;58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525" y="4832550"/>
            <a:ext cx="1381151" cy="1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C">
  <p:cSld name="Content C">
    <p:bg>
      <p:bgPr>
        <a:solidFill>
          <a:schemeClr val="dk1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1"/>
          <p:cNvSpPr txBox="1"/>
          <p:nvPr>
            <p:ph type="title"/>
          </p:nvPr>
        </p:nvSpPr>
        <p:spPr>
          <a:xfrm>
            <a:off x="464100" y="345750"/>
            <a:ext cx="35445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587" name="Google Shape;587;p81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88" name="Google Shape;588;p81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9" name="Google Shape;589;p81"/>
            <p:cNvPicPr preferRelativeResize="0"/>
            <p:nvPr/>
          </p:nvPicPr>
          <p:blipFill rotWithShape="1">
            <a:blip r:embed="rId2">
              <a:alphaModFix/>
            </a:blip>
            <a:srcRect b="13601" l="25826" r="20032" t="16219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81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91" name="Google Shape;591;p81"/>
          <p:cNvSpPr txBox="1"/>
          <p:nvPr>
            <p:ph idx="1" type="subTitle"/>
          </p:nvPr>
        </p:nvSpPr>
        <p:spPr>
          <a:xfrm>
            <a:off x="464100" y="1506450"/>
            <a:ext cx="3610200" cy="25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">
  <p:cSld name="Title Slide D"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cover background image with small graphic on the top left side and bottom right." id="593" name="Google Shape;593;p82" title="Cover Image Option 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39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kTok For Business logo white" id="594" name="Google Shape;594;p82" title="Logo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800" y="4719000"/>
            <a:ext cx="1940350" cy="1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82"/>
          <p:cNvSpPr txBox="1"/>
          <p:nvPr>
            <p:ph type="title"/>
          </p:nvPr>
        </p:nvSpPr>
        <p:spPr>
          <a:xfrm>
            <a:off x="2679075" y="1852150"/>
            <a:ext cx="54054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4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6" name="Google Shape;596;p82"/>
          <p:cNvSpPr txBox="1"/>
          <p:nvPr>
            <p:ph idx="2" type="title"/>
          </p:nvPr>
        </p:nvSpPr>
        <p:spPr>
          <a:xfrm>
            <a:off x="2679075" y="3664050"/>
            <a:ext cx="34605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descr="Gif image with handwriting Hello!" id="597" name="Google Shape;597;p82" title="Hello Gif"/>
          <p:cNvPicPr preferRelativeResize="0"/>
          <p:nvPr/>
        </p:nvPicPr>
        <p:blipFill rotWithShape="1">
          <a:blip r:embed="rId4">
            <a:alphaModFix/>
          </a:blip>
          <a:srcRect b="16851" l="8220" r="16784" t="7040"/>
          <a:stretch/>
        </p:blipFill>
        <p:spPr>
          <a:xfrm rot="-298494">
            <a:off x="720817" y="2361525"/>
            <a:ext cx="1923390" cy="8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Razz">
  <p:cSld name="CUSTOM_16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3"/>
          <p:cNvSpPr/>
          <p:nvPr/>
        </p:nvSpPr>
        <p:spPr>
          <a:xfrm>
            <a:off x="6899825" y="0"/>
            <a:ext cx="2244300" cy="5143500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00" name="Google Shape;600;p83"/>
          <p:cNvSpPr txBox="1"/>
          <p:nvPr/>
        </p:nvSpPr>
        <p:spPr>
          <a:xfrm rot="-5400000">
            <a:off x="6735797" y="2507053"/>
            <a:ext cx="4264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C O N F I D E N T I A L   &amp;    P R O P R I E T A R Y </a:t>
            </a:r>
            <a:endParaRPr sz="600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pic>
        <p:nvPicPr>
          <p:cNvPr descr="TikTok-logo-CMYK-Horizontal-white-simplified.png" id="601" name="Google Shape;601;p83"/>
          <p:cNvPicPr preferRelativeResize="0"/>
          <p:nvPr/>
        </p:nvPicPr>
        <p:blipFill rotWithShape="1">
          <a:blip r:embed="rId2">
            <a:alphaModFix/>
          </a:blip>
          <a:srcRect b="25244" l="12570" r="69425" t="25239"/>
          <a:stretch/>
        </p:blipFill>
        <p:spPr>
          <a:xfrm>
            <a:off x="8792030" y="167079"/>
            <a:ext cx="151753" cy="17391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83"/>
          <p:cNvSpPr txBox="1"/>
          <p:nvPr/>
        </p:nvSpPr>
        <p:spPr>
          <a:xfrm>
            <a:off x="8836450" y="4837262"/>
            <a:ext cx="924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FFFF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‹#›</a:t>
            </a:fld>
            <a:endParaRPr sz="600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4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1.xml"/><Relationship Id="rId44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5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48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73" Type="http://schemas.openxmlformats.org/officeDocument/2006/relationships/theme" Target="../theme/theme2.xml"/><Relationship Id="rId72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71" Type="http://schemas.openxmlformats.org/officeDocument/2006/relationships/slideLayout" Target="../slideLayouts/slideLayout81.xml"/><Relationship Id="rId70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62" Type="http://schemas.openxmlformats.org/officeDocument/2006/relationships/slideLayout" Target="../slideLayouts/slideLayout72.xml"/><Relationship Id="rId61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30.xml"/><Relationship Id="rId64" Type="http://schemas.openxmlformats.org/officeDocument/2006/relationships/slideLayout" Target="../slideLayouts/slideLayout74.xml"/><Relationship Id="rId63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32.xml"/><Relationship Id="rId6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31.xml"/><Relationship Id="rId65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34.xml"/><Relationship Id="rId68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33.xml"/><Relationship Id="rId67" Type="http://schemas.openxmlformats.org/officeDocument/2006/relationships/slideLayout" Target="../slideLayouts/slideLayout77.xml"/><Relationship Id="rId60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69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0.xml"/><Relationship Id="rId53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21.xml"/><Relationship Id="rId5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20.xml"/><Relationship Id="rId54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23.xml"/><Relationship Id="rId5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22.xml"/><Relationship Id="rId56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25.xml"/><Relationship Id="rId5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24.xml"/><Relationship Id="rId58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 Extrabold"/>
              <a:buNone/>
              <a:defRPr sz="2800">
                <a:solidFill>
                  <a:schemeClr val="dk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1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 Semibold"/>
              <a:buChar char="○"/>
              <a:defRPr>
                <a:solidFill>
                  <a:schemeClr val="dk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17650" y="4690725"/>
            <a:ext cx="280302" cy="2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sz="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  <p:sldLayoutId id="2147483698" r:id="rId41"/>
    <p:sldLayoutId id="2147483699" r:id="rId42"/>
    <p:sldLayoutId id="2147483700" r:id="rId43"/>
    <p:sldLayoutId id="2147483701" r:id="rId44"/>
    <p:sldLayoutId id="2147483702" r:id="rId45"/>
    <p:sldLayoutId id="2147483703" r:id="rId46"/>
    <p:sldLayoutId id="2147483704" r:id="rId47"/>
    <p:sldLayoutId id="2147483705" r:id="rId48"/>
    <p:sldLayoutId id="2147483706" r:id="rId49"/>
    <p:sldLayoutId id="2147483707" r:id="rId50"/>
    <p:sldLayoutId id="2147483708" r:id="rId51"/>
    <p:sldLayoutId id="2147483709" r:id="rId52"/>
    <p:sldLayoutId id="2147483710" r:id="rId53"/>
    <p:sldLayoutId id="2147483711" r:id="rId54"/>
    <p:sldLayoutId id="2147483712" r:id="rId55"/>
    <p:sldLayoutId id="2147483713" r:id="rId56"/>
    <p:sldLayoutId id="2147483714" r:id="rId57"/>
    <p:sldLayoutId id="2147483715" r:id="rId58"/>
    <p:sldLayoutId id="2147483716" r:id="rId59"/>
    <p:sldLayoutId id="2147483717" r:id="rId60"/>
    <p:sldLayoutId id="2147483718" r:id="rId61"/>
    <p:sldLayoutId id="2147483719" r:id="rId62"/>
    <p:sldLayoutId id="2147483720" r:id="rId63"/>
    <p:sldLayoutId id="2147483721" r:id="rId64"/>
    <p:sldLayoutId id="2147483722" r:id="rId65"/>
    <p:sldLayoutId id="2147483723" r:id="rId66"/>
    <p:sldLayoutId id="2147483724" r:id="rId67"/>
    <p:sldLayoutId id="2147483725" r:id="rId68"/>
    <p:sldLayoutId id="2147483726" r:id="rId69"/>
    <p:sldLayoutId id="2147483727" r:id="rId70"/>
    <p:sldLayoutId id="2147483728" r:id="rId71"/>
    <p:sldLayoutId id="2147483729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5"/>
          <p:cNvSpPr txBox="1"/>
          <p:nvPr>
            <p:ph idx="4294967295" type="title"/>
          </p:nvPr>
        </p:nvSpPr>
        <p:spPr>
          <a:xfrm>
            <a:off x="675000" y="141600"/>
            <a:ext cx="5728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By Objective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11/17-11/30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10" name="Google Shape;610;p85"/>
          <p:cNvGraphicFramePr/>
          <p:nvPr/>
        </p:nvGraphicFramePr>
        <p:xfrm>
          <a:off x="1609294" y="831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{2D17C0E2-BAA6-4789-9C4B-9844F0331F23}</a:tableStyleId>
              </a:tblPr>
              <a:tblGrid>
                <a:gridCol w="1979500"/>
                <a:gridCol w="1752450"/>
                <a:gridCol w="1498600"/>
              </a:tblGrid>
              <a:tr h="2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Reach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Top Feed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$242,477.98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$26,089.81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Impressions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29,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435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,586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4,899,506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CPM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$8.24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$5.32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Reach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6,956,446</a:t>
                      </a:r>
                      <a:endParaRPr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1,031,565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Clicks (destination)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70,372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12,606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 (destination)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0.24%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0.26%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CPC (Destination)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$3.45</a:t>
                      </a:r>
                      <a:endParaRPr sz="11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$2.07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VTR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1.18%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0.60%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6-Sec VTR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2.09%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2.07%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Engagement Rate</a:t>
                      </a:r>
                      <a:endParaRPr b="1" sz="10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0.39%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0.37%</a:t>
                      </a:r>
                      <a:endParaRPr b="1" sz="11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11" name="Google Shape;611;p85"/>
          <p:cNvPicPr preferRelativeResize="0"/>
          <p:nvPr/>
        </p:nvPicPr>
        <p:blipFill rotWithShape="1">
          <a:blip r:embed="rId3">
            <a:alphaModFix/>
          </a:blip>
          <a:srcRect b="0" l="5862" r="5862" t="0"/>
          <a:stretch/>
        </p:blipFill>
        <p:spPr>
          <a:xfrm>
            <a:off x="8358550" y="-9460"/>
            <a:ext cx="785450" cy="8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85"/>
          <p:cNvSpPr/>
          <p:nvPr/>
        </p:nvSpPr>
        <p:spPr>
          <a:xfrm>
            <a:off x="6839850" y="290275"/>
            <a:ext cx="165600" cy="165600"/>
          </a:xfrm>
          <a:prstGeom prst="ellipse">
            <a:avLst/>
          </a:prstGeom>
          <a:solidFill>
            <a:srgbClr val="6AD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3" name="Google Shape;613;p85"/>
          <p:cNvSpPr txBox="1"/>
          <p:nvPr/>
        </p:nvSpPr>
        <p:spPr>
          <a:xfrm>
            <a:off x="6925121" y="210457"/>
            <a:ext cx="12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= Above Benchmark</a:t>
            </a:r>
            <a:endParaRPr sz="9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4" name="Google Shape;614;p85"/>
          <p:cNvSpPr txBox="1"/>
          <p:nvPr/>
        </p:nvSpPr>
        <p:spPr>
          <a:xfrm>
            <a:off x="1498422" y="4011200"/>
            <a:ext cx="539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Reach </a:t>
            </a:r>
            <a:r>
              <a:rPr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Benchmarks: $3.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r>
              <a:rPr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CPM; 0.11% CTR; $1.43 CPC; 0.50% VTR; 0.97% 6S VTR; 0.18% ER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85"/>
          <p:cNvSpPr txBox="1"/>
          <p:nvPr/>
        </p:nvSpPr>
        <p:spPr>
          <a:xfrm>
            <a:off x="1498422" y="4172333"/>
            <a:ext cx="539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Top Feed Benchmarks: $10.49 CPM; 0.17% CTR; $4.05 CPC; 1.26% VTR; 2.67% 6S VTR; 0.29% ER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p85"/>
          <p:cNvSpPr txBox="1"/>
          <p:nvPr/>
        </p:nvSpPr>
        <p:spPr>
          <a:xfrm>
            <a:off x="1498422" y="4341592"/>
            <a:ext cx="5396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*No Pulse Premiere Benchmarks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6"/>
          <p:cNvSpPr txBox="1"/>
          <p:nvPr>
            <p:ph idx="4294967295" type="title"/>
          </p:nvPr>
        </p:nvSpPr>
        <p:spPr>
          <a:xfrm>
            <a:off x="176925" y="144788"/>
            <a:ext cx="5728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By Creative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11/17-11/30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22" name="Google Shape;622;p86"/>
          <p:cNvGraphicFramePr/>
          <p:nvPr/>
        </p:nvGraphicFramePr>
        <p:xfrm>
          <a:off x="176931" y="206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{2D17C0E2-BAA6-4789-9C4B-9844F0331F23}</a:tableStyleId>
              </a:tblPr>
              <a:tblGrid>
                <a:gridCol w="1944200"/>
                <a:gridCol w="844325"/>
                <a:gridCol w="833500"/>
                <a:gridCol w="729550"/>
                <a:gridCol w="859450"/>
                <a:gridCol w="859450"/>
                <a:gridCol w="859450"/>
                <a:gridCol w="859450"/>
                <a:gridCol w="859450"/>
              </a:tblGrid>
              <a:tr h="24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Creative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Impressions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CPM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 (destination)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CPC (destination)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6s VTR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VTR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ER</a:t>
                      </a:r>
                      <a:endParaRPr b="1"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GREEN_PRODUCT_LANDO_VIDEO_15S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$157,346.85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21,898,963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$7.19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0.24%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$2.99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1.97%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0.54%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0.38%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GREEN_PRODUCT_LANDO_VIDEO_6S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$111,220.94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12,436,129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$8.94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0.24%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$3.67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2.29%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2.07%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0.41%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GREEN_LIFESTYLE_4WHEEL_LANDO_VIDEO_15S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$99,256.56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3,308,553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$30.00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0.22%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$13.57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2.35%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0.66%</a:t>
                      </a:r>
                      <a:endParaRPr sz="9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6ADF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0.47%</a:t>
                      </a:r>
                      <a:endParaRPr b="1" sz="900">
                        <a:solidFill>
                          <a:srgbClr val="6ADF5B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23" name="Google Shape;623;p86"/>
          <p:cNvPicPr preferRelativeResize="0"/>
          <p:nvPr/>
        </p:nvPicPr>
        <p:blipFill rotWithShape="1">
          <a:blip r:embed="rId3">
            <a:alphaModFix/>
          </a:blip>
          <a:srcRect b="0" l="5862" r="5862" t="0"/>
          <a:stretch/>
        </p:blipFill>
        <p:spPr>
          <a:xfrm>
            <a:off x="8358550" y="-9460"/>
            <a:ext cx="785450" cy="8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86"/>
          <p:cNvSpPr txBox="1"/>
          <p:nvPr/>
        </p:nvSpPr>
        <p:spPr>
          <a:xfrm>
            <a:off x="4169250" y="4759125"/>
            <a:ext cx="4824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Benchmarks: $3.70 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CPM; 0.19% CTR; $1.54 CPC; 0.77% VTR; 1.44% 6S VTR; 0.24% ER</a:t>
            </a:r>
            <a:endParaRPr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p86"/>
          <p:cNvSpPr/>
          <p:nvPr/>
        </p:nvSpPr>
        <p:spPr>
          <a:xfrm>
            <a:off x="6839850" y="290275"/>
            <a:ext cx="165600" cy="165600"/>
          </a:xfrm>
          <a:prstGeom prst="ellipse">
            <a:avLst/>
          </a:prstGeom>
          <a:solidFill>
            <a:srgbClr val="6AD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6" name="Google Shape;626;p86"/>
          <p:cNvSpPr txBox="1"/>
          <p:nvPr/>
        </p:nvSpPr>
        <p:spPr>
          <a:xfrm>
            <a:off x="6925121" y="210457"/>
            <a:ext cx="12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= Above Benchmark</a:t>
            </a:r>
            <a:endParaRPr sz="9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T_Master">
  <a:themeElements>
    <a:clrScheme name="Simple Light">
      <a:dk1>
        <a:srgbClr val="000000"/>
      </a:dk1>
      <a:lt1>
        <a:srgbClr val="FFFFFF"/>
      </a:lt1>
      <a:dk2>
        <a:srgbClr val="FE2C55"/>
      </a:dk2>
      <a:lt2>
        <a:srgbClr val="25F4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