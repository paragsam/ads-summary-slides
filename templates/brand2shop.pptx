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0" r:id="rId5"/>
    <p:sldMasterId id="2147483731" r:id="rId6"/>
  </p:sldMasterIdLst>
  <p:notesMasterIdLst>
    <p:notesMasterId r:id="rId7"/>
  </p:notesMasterIdLst>
  <p:sldIdLst>
    <p:sldId id="256" r:id="rId8"/>
    <p:sldId id="257" r:id="rId9"/>
    <p:sldId id="258" r:id="rId10"/>
  </p:sldIdLst>
  <p:sldSz cy="5143500" cx="9144000"/>
  <p:notesSz cx="6858000" cy="9144000"/>
  <p:embeddedFontLst>
    <p:embeddedFont>
      <p:font typeface="Proxima Nova"/>
      <p:regular r:id="rId11"/>
      <p:bold r:id="rId12"/>
      <p:italic r:id="rId13"/>
      <p:boldItalic r:id="rId14"/>
    </p:embeddedFont>
    <p:embeddedFont>
      <p:font typeface="Inter Tight Medium"/>
      <p:regular r:id="rId15"/>
      <p:bold r:id="rId16"/>
      <p:italic r:id="rId17"/>
      <p:boldItalic r:id="rId18"/>
    </p:embeddedFont>
    <p:embeddedFont>
      <p:font typeface="Poppins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Sofia"/>
      <p:regular r:id="rId27"/>
    </p:embeddedFont>
    <p:embeddedFont>
      <p:font typeface="Proxima Nova Extrabold"/>
      <p:bold r:id="rId28"/>
    </p:embeddedFont>
    <p:embeddedFont>
      <p:font typeface="Poppins Medium"/>
      <p:regular r:id="rId29"/>
      <p:bold r:id="rId30"/>
      <p:italic r:id="rId31"/>
      <p:boldItalic r:id="rId32"/>
    </p:embeddedFont>
    <p:embeddedFont>
      <p:font typeface="Proxima Nova Semibold"/>
      <p:regular r:id="rId33"/>
      <p:bold r:id="rId34"/>
      <p:boldItalic r:id="rId35"/>
    </p:embeddedFont>
    <p:embeddedFont>
      <p:font typeface="Helvetica Neue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0E5BB8-57EC-4A13-9613-0BDBFF7B466F}">
  <a:tblStyle styleId="{940E5BB8-57EC-4A13-9613-0BDBFF7B466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oppinsMedium-italic.fntdata"/><Relationship Id="rId30" Type="http://schemas.openxmlformats.org/officeDocument/2006/relationships/font" Target="fonts/PoppinsMedium-bold.fntdata"/><Relationship Id="rId33" Type="http://schemas.openxmlformats.org/officeDocument/2006/relationships/font" Target="fonts/ProximaNovaSemibold-regular.fntdata"/><Relationship Id="rId32" Type="http://schemas.openxmlformats.org/officeDocument/2006/relationships/font" Target="fonts/PoppinsMedium-boldItalic.fntdata"/><Relationship Id="rId35" Type="http://schemas.openxmlformats.org/officeDocument/2006/relationships/font" Target="fonts/ProximaNovaSemibold-boldItalic.fntdata"/><Relationship Id="rId34" Type="http://schemas.openxmlformats.org/officeDocument/2006/relationships/font" Target="fonts/ProximaNovaSemibold-bold.fntdata"/><Relationship Id="rId37" Type="http://schemas.openxmlformats.org/officeDocument/2006/relationships/font" Target="fonts/HelveticaNeue-bold.fntdata"/><Relationship Id="rId36" Type="http://schemas.openxmlformats.org/officeDocument/2006/relationships/font" Target="fonts/HelveticaNeue-regular.fntdata"/><Relationship Id="rId39" Type="http://schemas.openxmlformats.org/officeDocument/2006/relationships/font" Target="fonts/HelveticaNeue-boldItalic.fntdata"/><Relationship Id="rId38" Type="http://schemas.openxmlformats.org/officeDocument/2006/relationships/font" Target="fonts/HelveticaNeue-italic.fntdata"/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ProximaNovaExtrabold-bold.fntdata"/><Relationship Id="rId27" Type="http://schemas.openxmlformats.org/officeDocument/2006/relationships/font" Target="fonts/Sofia-regular.fntdata"/><Relationship Id="rId29" Type="http://schemas.openxmlformats.org/officeDocument/2006/relationships/font" Target="fonts/PoppinsMedium-regular.fntdata"/><Relationship Id="rId11" Type="http://schemas.openxmlformats.org/officeDocument/2006/relationships/font" Target="fonts/ProximaNova-regular.fntdata"/><Relationship Id="rId10" Type="http://schemas.openxmlformats.org/officeDocument/2006/relationships/slide" Target="slides/slide3.xml"/><Relationship Id="rId13" Type="http://schemas.openxmlformats.org/officeDocument/2006/relationships/font" Target="fonts/ProximaNova-italic.fntdata"/><Relationship Id="rId12" Type="http://schemas.openxmlformats.org/officeDocument/2006/relationships/font" Target="fonts/ProximaNova-bold.fntdata"/><Relationship Id="rId15" Type="http://schemas.openxmlformats.org/officeDocument/2006/relationships/font" Target="fonts/InterTightMedium-regular.fntdata"/><Relationship Id="rId14" Type="http://schemas.openxmlformats.org/officeDocument/2006/relationships/font" Target="fonts/ProximaNova-boldItalic.fntdata"/><Relationship Id="rId17" Type="http://schemas.openxmlformats.org/officeDocument/2006/relationships/font" Target="fonts/InterTightMedium-italic.fntdata"/><Relationship Id="rId16" Type="http://schemas.openxmlformats.org/officeDocument/2006/relationships/font" Target="fonts/InterTightMedium-bold.fntdata"/><Relationship Id="rId19" Type="http://schemas.openxmlformats.org/officeDocument/2006/relationships/font" Target="fonts/Poppins-regular.fntdata"/><Relationship Id="rId18" Type="http://schemas.openxmlformats.org/officeDocument/2006/relationships/font" Target="fonts/InterTight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e416e70040_0_1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g3e416e70040_0_1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e416e70040_0_1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g3e416e70040_0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e416e70040_0_1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g3e416e70040_0_1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0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7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3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Relationship Id="rId3" Type="http://schemas.openxmlformats.org/officeDocument/2006/relationships/image" Target="../media/image5.png"/><Relationship Id="rId4" Type="http://schemas.openxmlformats.org/officeDocument/2006/relationships/image" Target="../media/image19.gif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-Blank-Black" type="blank">
  <p:cSld name="BLANK">
    <p:bg>
      <p:bgPr>
        <a:solidFill>
          <a:srgbClr val="000000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7650" y="4690725"/>
            <a:ext cx="280300" cy="2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Title-Black" type="title">
  <p:cSld name="TITLE"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311700" y="34778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roxima Nova"/>
              <a:buNone/>
              <a:defRPr sz="2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3" name="Google Shape;63;p15"/>
          <p:cNvSpPr txBox="1"/>
          <p:nvPr>
            <p:ph type="ctrTitle"/>
          </p:nvPr>
        </p:nvSpPr>
        <p:spPr>
          <a:xfrm>
            <a:off x="311700" y="2017050"/>
            <a:ext cx="8520600" cy="110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64" name="Google Shape;6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92162" y="1686900"/>
            <a:ext cx="1359675" cy="330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Title-Moving-1">
  <p:cSld name="TITLE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ctrTitle"/>
          </p:nvPr>
        </p:nvSpPr>
        <p:spPr>
          <a:xfrm>
            <a:off x="311700" y="2017050"/>
            <a:ext cx="8520600" cy="110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311700" y="34778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roxima Nova"/>
              <a:buNone/>
              <a:defRPr sz="2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69" name="Google Shape;6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92162" y="1686900"/>
            <a:ext cx="1359675" cy="330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Title-Picture">
  <p:cSld name="TITLE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idx="1" type="subTitle"/>
          </p:nvPr>
        </p:nvSpPr>
        <p:spPr>
          <a:xfrm>
            <a:off x="311700" y="34778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roxima Nova"/>
              <a:buNone/>
              <a:defRPr sz="2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2" name="Google Shape;72;p17"/>
          <p:cNvSpPr txBox="1"/>
          <p:nvPr>
            <p:ph type="title"/>
          </p:nvPr>
        </p:nvSpPr>
        <p:spPr>
          <a:xfrm>
            <a:off x="943200" y="2137475"/>
            <a:ext cx="73284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Breaker-Black" type="secHead">
  <p:cSld name="SECTION_HEADER">
    <p:bg>
      <p:bgPr>
        <a:solidFill>
          <a:srgbClr val="00000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5" name="Google Shape;75;p18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6" name="Google Shape;76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7650" y="4690725"/>
            <a:ext cx="280300" cy="2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8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Breaker-Full-Bleed">
  <p:cSld name="SECTION_HEADER_4"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0" name="Google Shape;80;p19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1" name="Google Shape;81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7650" y="4690725"/>
            <a:ext cx="280300" cy="2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9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Title-Partnership-Black">
  <p:cSld name="SECTION_HEADER_3"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/>
          <p:nvPr/>
        </p:nvSpPr>
        <p:spPr>
          <a:xfrm>
            <a:off x="7765224" y="4455449"/>
            <a:ext cx="1371300" cy="68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20"/>
          <p:cNvCxnSpPr/>
          <p:nvPr/>
        </p:nvCxnSpPr>
        <p:spPr>
          <a:xfrm>
            <a:off x="4572000" y="2344650"/>
            <a:ext cx="0" cy="454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6" name="Google Shape;8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64037" y="2406363"/>
            <a:ext cx="1359675" cy="330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Title-Agenda">
  <p:cSld name="SECTION_HEADER_3_1">
    <p:bg>
      <p:bgPr>
        <a:solidFill>
          <a:srgbClr val="00000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/>
          <p:nvPr>
            <p:ph idx="1" type="subTitle"/>
          </p:nvPr>
        </p:nvSpPr>
        <p:spPr>
          <a:xfrm>
            <a:off x="4424200" y="2150850"/>
            <a:ext cx="2781300" cy="25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1"/>
          <p:cNvSpPr/>
          <p:nvPr/>
        </p:nvSpPr>
        <p:spPr>
          <a:xfrm>
            <a:off x="7765224" y="4455449"/>
            <a:ext cx="1371300" cy="68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1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1" name="Google Shape;9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7650" y="4690725"/>
            <a:ext cx="280300" cy="2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1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21"/>
          <p:cNvSpPr txBox="1"/>
          <p:nvPr/>
        </p:nvSpPr>
        <p:spPr>
          <a:xfrm>
            <a:off x="311700" y="2150850"/>
            <a:ext cx="2781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" sz="4800" u="none" cap="none" strike="noStrike">
                <a:solidFill>
                  <a:schemeClr val="lt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Agenda</a:t>
            </a:r>
            <a:endParaRPr b="0" i="0" sz="4800" u="none" cap="none" strike="noStrike">
              <a:solidFill>
                <a:schemeClr val="lt1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Breaker-Razzmatazz">
  <p:cSld name="SECTION_HEADER_1">
    <p:bg>
      <p:bgPr>
        <a:solidFill>
          <a:srgbClr val="FE2C55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6" name="Google Shape;96;p22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7" name="Google Shape;9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7650" y="4690725"/>
            <a:ext cx="280300" cy="2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2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Breaker-Splash">
  <p:cSld name="SECTION_HEADER_1_2">
    <p:bg>
      <p:bgPr>
        <a:solidFill>
          <a:schemeClr val="l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1" name="Google Shape;101;p23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" name="Google Shape;102;p23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3" name="Google Shape;103;p23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Breaker-Moving">
  <p:cSld name="SECTION_HEADER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roxima Nova Extrabold"/>
              <a:buNone/>
              <a:defRPr b="0" sz="52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7" name="Google Shape;107;p24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8" name="Google Shape;10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7650" y="4690725"/>
            <a:ext cx="280300" cy="2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4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Hero-2-White">
  <p:cSld name="CUSTOM_2_1"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/>
          <p:nvPr/>
        </p:nvSpPr>
        <p:spPr>
          <a:xfrm>
            <a:off x="6245075" y="-6525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5"/>
          <p:cNvSpPr txBox="1"/>
          <p:nvPr>
            <p:ph type="title"/>
          </p:nvPr>
        </p:nvSpPr>
        <p:spPr>
          <a:xfrm>
            <a:off x="754425" y="113600"/>
            <a:ext cx="2246400" cy="153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13" name="Google Shape;113;p25"/>
          <p:cNvSpPr txBox="1"/>
          <p:nvPr>
            <p:ph idx="1" type="subTitle"/>
          </p:nvPr>
        </p:nvSpPr>
        <p:spPr>
          <a:xfrm>
            <a:off x="754425" y="1650175"/>
            <a:ext cx="2246400" cy="15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roxima Nova Semibold"/>
              <a:buNone/>
              <a:defRPr b="0" sz="1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14" name="Google Shape;114;p25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25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6" name="Google Shape;116;p25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5"/>
          <p:cNvSpPr txBox="1"/>
          <p:nvPr>
            <p:ph idx="2" type="title"/>
          </p:nvPr>
        </p:nvSpPr>
        <p:spPr>
          <a:xfrm>
            <a:off x="3448800" y="1828400"/>
            <a:ext cx="2246400" cy="153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18" name="Google Shape;118;p25"/>
          <p:cNvSpPr txBox="1"/>
          <p:nvPr>
            <p:ph idx="3" type="subTitle"/>
          </p:nvPr>
        </p:nvSpPr>
        <p:spPr>
          <a:xfrm>
            <a:off x="3448800" y="3364975"/>
            <a:ext cx="2246400" cy="15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roxima Nova Semibold"/>
              <a:buNone/>
              <a:defRPr b="0" sz="1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Hero-2-Black">
  <p:cSld name="CUSTOM_2_1_1"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1588" y="-6525"/>
            <a:ext cx="51434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6"/>
          <p:cNvSpPr/>
          <p:nvPr/>
        </p:nvSpPr>
        <p:spPr>
          <a:xfrm>
            <a:off x="6245075" y="-6525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6"/>
          <p:cNvSpPr txBox="1"/>
          <p:nvPr>
            <p:ph type="title"/>
          </p:nvPr>
        </p:nvSpPr>
        <p:spPr>
          <a:xfrm>
            <a:off x="754425" y="104175"/>
            <a:ext cx="2246400" cy="153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23" name="Google Shape;123;p26"/>
          <p:cNvSpPr txBox="1"/>
          <p:nvPr>
            <p:ph idx="1" type="subTitle"/>
          </p:nvPr>
        </p:nvSpPr>
        <p:spPr>
          <a:xfrm>
            <a:off x="754425" y="1640750"/>
            <a:ext cx="2246400" cy="15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roxima Nova Semibold"/>
              <a:buNone/>
              <a:defRPr b="0" sz="10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6"/>
          <p:cNvSpPr txBox="1"/>
          <p:nvPr>
            <p:ph idx="2" type="title"/>
          </p:nvPr>
        </p:nvSpPr>
        <p:spPr>
          <a:xfrm>
            <a:off x="3448800" y="1828400"/>
            <a:ext cx="2246400" cy="153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25" name="Google Shape;125;p26"/>
          <p:cNvSpPr txBox="1"/>
          <p:nvPr>
            <p:ph idx="3" type="subTitle"/>
          </p:nvPr>
        </p:nvSpPr>
        <p:spPr>
          <a:xfrm>
            <a:off x="3448800" y="3364975"/>
            <a:ext cx="2246400" cy="15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roxima Nova Semibold"/>
              <a:buNone/>
              <a:defRPr b="0" sz="10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26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7" name="Google Shape;12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650" y="4690725"/>
            <a:ext cx="280300" cy="2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6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2-Black">
  <p:cSld name="CUSTOM_1">
    <p:bg>
      <p:bgPr>
        <a:solidFill>
          <a:srgbClr val="00000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title"/>
          </p:nvPr>
        </p:nvSpPr>
        <p:spPr>
          <a:xfrm>
            <a:off x="799800" y="842450"/>
            <a:ext cx="75444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b="1" sz="4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31" name="Google Shape;131;p27"/>
          <p:cNvSpPr txBox="1"/>
          <p:nvPr>
            <p:ph idx="2" type="title"/>
          </p:nvPr>
        </p:nvSpPr>
        <p:spPr>
          <a:xfrm>
            <a:off x="812800" y="2140000"/>
            <a:ext cx="37227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1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32" name="Google Shape;132;p27"/>
          <p:cNvSpPr txBox="1"/>
          <p:nvPr>
            <p:ph idx="3" type="title"/>
          </p:nvPr>
        </p:nvSpPr>
        <p:spPr>
          <a:xfrm>
            <a:off x="4535500" y="2140000"/>
            <a:ext cx="37227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1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33" name="Google Shape;133;p27"/>
          <p:cNvSpPr txBox="1"/>
          <p:nvPr>
            <p:ph idx="1" type="subTitle"/>
          </p:nvPr>
        </p:nvSpPr>
        <p:spPr>
          <a:xfrm>
            <a:off x="4535500" y="2383388"/>
            <a:ext cx="3722700" cy="23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7"/>
          <p:cNvSpPr txBox="1"/>
          <p:nvPr>
            <p:ph idx="4" type="subTitle"/>
          </p:nvPr>
        </p:nvSpPr>
        <p:spPr>
          <a:xfrm>
            <a:off x="812800" y="2383388"/>
            <a:ext cx="3722700" cy="23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27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6" name="Google Shape;13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7650" y="4690725"/>
            <a:ext cx="280300" cy="2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7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Black">
  <p:cSld name="CUSTOM_1_3">
    <p:bg>
      <p:bgPr>
        <a:solidFill>
          <a:srgbClr val="00000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/>
          <p:nvPr>
            <p:ph type="title"/>
          </p:nvPr>
        </p:nvSpPr>
        <p:spPr>
          <a:xfrm>
            <a:off x="799800" y="842450"/>
            <a:ext cx="75444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b="1" sz="4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40" name="Google Shape;140;p28"/>
          <p:cNvSpPr txBox="1"/>
          <p:nvPr>
            <p:ph idx="2" type="title"/>
          </p:nvPr>
        </p:nvSpPr>
        <p:spPr>
          <a:xfrm>
            <a:off x="723150" y="2140025"/>
            <a:ext cx="25659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1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41" name="Google Shape;141;p28"/>
          <p:cNvSpPr txBox="1"/>
          <p:nvPr>
            <p:ph idx="3" type="title"/>
          </p:nvPr>
        </p:nvSpPr>
        <p:spPr>
          <a:xfrm>
            <a:off x="3289052" y="2140025"/>
            <a:ext cx="25659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1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42" name="Google Shape;142;p28"/>
          <p:cNvSpPr txBox="1"/>
          <p:nvPr>
            <p:ph idx="1" type="subTitle"/>
          </p:nvPr>
        </p:nvSpPr>
        <p:spPr>
          <a:xfrm>
            <a:off x="3289052" y="2383416"/>
            <a:ext cx="2565900" cy="23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28"/>
          <p:cNvSpPr txBox="1"/>
          <p:nvPr>
            <p:ph idx="4" type="subTitle"/>
          </p:nvPr>
        </p:nvSpPr>
        <p:spPr>
          <a:xfrm>
            <a:off x="723150" y="2383416"/>
            <a:ext cx="2565900" cy="23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" name="Google Shape;144;p28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5" name="Google Shape;145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7650" y="4690725"/>
            <a:ext cx="280300" cy="2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8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p28"/>
          <p:cNvSpPr txBox="1"/>
          <p:nvPr>
            <p:ph idx="5" type="title"/>
          </p:nvPr>
        </p:nvSpPr>
        <p:spPr>
          <a:xfrm>
            <a:off x="5854952" y="2140025"/>
            <a:ext cx="25659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1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48" name="Google Shape;148;p28"/>
          <p:cNvSpPr txBox="1"/>
          <p:nvPr>
            <p:ph idx="6" type="subTitle"/>
          </p:nvPr>
        </p:nvSpPr>
        <p:spPr>
          <a:xfrm>
            <a:off x="5854952" y="2383416"/>
            <a:ext cx="2565900" cy="23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White">
  <p:cSld name="CUSTOM_1_3_1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799800" y="842450"/>
            <a:ext cx="75444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b="1" sz="4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51" name="Google Shape;151;p29"/>
          <p:cNvSpPr txBox="1"/>
          <p:nvPr>
            <p:ph idx="2" type="title"/>
          </p:nvPr>
        </p:nvSpPr>
        <p:spPr>
          <a:xfrm>
            <a:off x="723150" y="2140025"/>
            <a:ext cx="25659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  <a:defRPr b="1"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52" name="Google Shape;152;p29"/>
          <p:cNvSpPr txBox="1"/>
          <p:nvPr>
            <p:ph idx="3" type="title"/>
          </p:nvPr>
        </p:nvSpPr>
        <p:spPr>
          <a:xfrm>
            <a:off x="3289052" y="2140025"/>
            <a:ext cx="25659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  <a:defRPr b="1"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53" name="Google Shape;153;p29"/>
          <p:cNvSpPr txBox="1"/>
          <p:nvPr>
            <p:ph idx="1" type="subTitle"/>
          </p:nvPr>
        </p:nvSpPr>
        <p:spPr>
          <a:xfrm>
            <a:off x="3289052" y="2383416"/>
            <a:ext cx="2565900" cy="23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29"/>
          <p:cNvSpPr txBox="1"/>
          <p:nvPr>
            <p:ph idx="4" type="subTitle"/>
          </p:nvPr>
        </p:nvSpPr>
        <p:spPr>
          <a:xfrm>
            <a:off x="723150" y="2383416"/>
            <a:ext cx="2565900" cy="23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29"/>
          <p:cNvSpPr txBox="1"/>
          <p:nvPr>
            <p:ph idx="5" type="title"/>
          </p:nvPr>
        </p:nvSpPr>
        <p:spPr>
          <a:xfrm>
            <a:off x="5854952" y="2140025"/>
            <a:ext cx="25659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  <a:defRPr b="1"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56" name="Google Shape;156;p29"/>
          <p:cNvSpPr txBox="1"/>
          <p:nvPr>
            <p:ph idx="6" type="subTitle"/>
          </p:nvPr>
        </p:nvSpPr>
        <p:spPr>
          <a:xfrm>
            <a:off x="5854952" y="2383416"/>
            <a:ext cx="2565900" cy="23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29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29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9" name="Google Shape;159;p29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Steps-White 1">
  <p:cSld name="CUSTOM_1_3_1_1_2"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2" name="Google Shape;162;p30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3" name="Google Shape;163;p30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30"/>
          <p:cNvCxnSpPr/>
          <p:nvPr/>
        </p:nvCxnSpPr>
        <p:spPr>
          <a:xfrm rot="5400000">
            <a:off x="1126325" y="2562850"/>
            <a:ext cx="1848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30"/>
          <p:cNvSpPr/>
          <p:nvPr/>
        </p:nvSpPr>
        <p:spPr>
          <a:xfrm rot="5400000">
            <a:off x="2018975" y="253135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0"/>
          <p:cNvSpPr/>
          <p:nvPr/>
        </p:nvSpPr>
        <p:spPr>
          <a:xfrm rot="5400000">
            <a:off x="2018975" y="342400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0"/>
          <p:cNvSpPr/>
          <p:nvPr/>
        </p:nvSpPr>
        <p:spPr>
          <a:xfrm rot="5400000">
            <a:off x="2018975" y="163870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0"/>
          <p:cNvSpPr txBox="1"/>
          <p:nvPr>
            <p:ph type="title"/>
          </p:nvPr>
        </p:nvSpPr>
        <p:spPr>
          <a:xfrm>
            <a:off x="5618550" y="437400"/>
            <a:ext cx="3430500" cy="20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 b="1" sz="3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69" name="Google Shape;169;p30"/>
          <p:cNvSpPr txBox="1"/>
          <p:nvPr>
            <p:ph idx="1" type="body"/>
          </p:nvPr>
        </p:nvSpPr>
        <p:spPr>
          <a:xfrm>
            <a:off x="5670825" y="2445900"/>
            <a:ext cx="3378300" cy="22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30"/>
          <p:cNvSpPr/>
          <p:nvPr/>
        </p:nvSpPr>
        <p:spPr>
          <a:xfrm>
            <a:off x="2503138" y="-6450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0"/>
          <p:cNvSpPr txBox="1"/>
          <p:nvPr>
            <p:ph idx="2" type="title"/>
          </p:nvPr>
        </p:nvSpPr>
        <p:spPr>
          <a:xfrm>
            <a:off x="143875" y="1530600"/>
            <a:ext cx="1771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Proxima Nova"/>
              <a:buNone/>
              <a:defRPr b="1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72" name="Google Shape;172;p30"/>
          <p:cNvSpPr/>
          <p:nvPr/>
        </p:nvSpPr>
        <p:spPr>
          <a:xfrm>
            <a:off x="1967063" y="1586800"/>
            <a:ext cx="166800" cy="16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0"/>
          <p:cNvSpPr txBox="1"/>
          <p:nvPr>
            <p:ph idx="3" type="title"/>
          </p:nvPr>
        </p:nvSpPr>
        <p:spPr>
          <a:xfrm>
            <a:off x="143875" y="2422750"/>
            <a:ext cx="1771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74" name="Google Shape;174;p30"/>
          <p:cNvSpPr txBox="1"/>
          <p:nvPr>
            <p:ph idx="4" type="title"/>
          </p:nvPr>
        </p:nvSpPr>
        <p:spPr>
          <a:xfrm>
            <a:off x="143875" y="3314900"/>
            <a:ext cx="1771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Steps-White 2">
  <p:cSld name="CUSTOM_1_3_1_1_1_2"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p31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31"/>
          <p:cNvCxnSpPr/>
          <p:nvPr/>
        </p:nvCxnSpPr>
        <p:spPr>
          <a:xfrm rot="5400000">
            <a:off x="1126325" y="2562850"/>
            <a:ext cx="1848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31"/>
          <p:cNvSpPr/>
          <p:nvPr/>
        </p:nvSpPr>
        <p:spPr>
          <a:xfrm rot="5400000">
            <a:off x="2018975" y="253135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1"/>
          <p:cNvSpPr/>
          <p:nvPr/>
        </p:nvSpPr>
        <p:spPr>
          <a:xfrm rot="5400000">
            <a:off x="2018975" y="342400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1"/>
          <p:cNvSpPr/>
          <p:nvPr/>
        </p:nvSpPr>
        <p:spPr>
          <a:xfrm rot="5400000">
            <a:off x="2018975" y="163870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1"/>
          <p:cNvSpPr txBox="1"/>
          <p:nvPr>
            <p:ph type="title"/>
          </p:nvPr>
        </p:nvSpPr>
        <p:spPr>
          <a:xfrm>
            <a:off x="5618550" y="437400"/>
            <a:ext cx="3430500" cy="20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 b="1" sz="3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84" name="Google Shape;184;p31"/>
          <p:cNvSpPr txBox="1"/>
          <p:nvPr>
            <p:ph idx="1" type="body"/>
          </p:nvPr>
        </p:nvSpPr>
        <p:spPr>
          <a:xfrm>
            <a:off x="5670825" y="2445900"/>
            <a:ext cx="3378300" cy="22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31"/>
          <p:cNvSpPr/>
          <p:nvPr/>
        </p:nvSpPr>
        <p:spPr>
          <a:xfrm>
            <a:off x="2503138" y="-6450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1"/>
          <p:cNvSpPr/>
          <p:nvPr/>
        </p:nvSpPr>
        <p:spPr>
          <a:xfrm>
            <a:off x="1967063" y="2488350"/>
            <a:ext cx="166800" cy="16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1"/>
          <p:cNvSpPr txBox="1"/>
          <p:nvPr>
            <p:ph idx="2" type="title"/>
          </p:nvPr>
        </p:nvSpPr>
        <p:spPr>
          <a:xfrm>
            <a:off x="143875" y="1530600"/>
            <a:ext cx="1771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88" name="Google Shape;188;p31"/>
          <p:cNvSpPr txBox="1"/>
          <p:nvPr>
            <p:ph idx="3" type="title"/>
          </p:nvPr>
        </p:nvSpPr>
        <p:spPr>
          <a:xfrm>
            <a:off x="143875" y="2422750"/>
            <a:ext cx="1771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1500"/>
              <a:buFont typeface="Proxima Nova"/>
              <a:buNone/>
              <a:defRPr b="1" sz="1500"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89" name="Google Shape;189;p31"/>
          <p:cNvSpPr txBox="1"/>
          <p:nvPr>
            <p:ph idx="4" type="title"/>
          </p:nvPr>
        </p:nvSpPr>
        <p:spPr>
          <a:xfrm>
            <a:off x="143875" y="3314900"/>
            <a:ext cx="1771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Steps-White 3">
  <p:cSld name="CUSTOM_1_3_1_1_1_1_2"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p32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3" name="Google Shape;193;p32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p32"/>
          <p:cNvCxnSpPr/>
          <p:nvPr/>
        </p:nvCxnSpPr>
        <p:spPr>
          <a:xfrm rot="5400000">
            <a:off x="1126325" y="2562850"/>
            <a:ext cx="1848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32"/>
          <p:cNvSpPr/>
          <p:nvPr/>
        </p:nvSpPr>
        <p:spPr>
          <a:xfrm rot="5400000">
            <a:off x="2018975" y="253135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2"/>
          <p:cNvSpPr/>
          <p:nvPr/>
        </p:nvSpPr>
        <p:spPr>
          <a:xfrm rot="5400000">
            <a:off x="2018975" y="342400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2"/>
          <p:cNvSpPr/>
          <p:nvPr/>
        </p:nvSpPr>
        <p:spPr>
          <a:xfrm rot="5400000">
            <a:off x="2018975" y="1638700"/>
            <a:ext cx="63000" cy="630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2"/>
          <p:cNvSpPr txBox="1"/>
          <p:nvPr>
            <p:ph type="title"/>
          </p:nvPr>
        </p:nvSpPr>
        <p:spPr>
          <a:xfrm>
            <a:off x="5618550" y="437400"/>
            <a:ext cx="3430500" cy="20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 b="1" sz="3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99" name="Google Shape;199;p32"/>
          <p:cNvSpPr txBox="1"/>
          <p:nvPr>
            <p:ph idx="1" type="body"/>
          </p:nvPr>
        </p:nvSpPr>
        <p:spPr>
          <a:xfrm>
            <a:off x="5670825" y="2445900"/>
            <a:ext cx="3378300" cy="22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32"/>
          <p:cNvSpPr/>
          <p:nvPr/>
        </p:nvSpPr>
        <p:spPr>
          <a:xfrm>
            <a:off x="2503138" y="-6450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2"/>
          <p:cNvSpPr/>
          <p:nvPr/>
        </p:nvSpPr>
        <p:spPr>
          <a:xfrm>
            <a:off x="1967063" y="3372100"/>
            <a:ext cx="166800" cy="16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2"/>
          <p:cNvSpPr txBox="1"/>
          <p:nvPr>
            <p:ph idx="2" type="title"/>
          </p:nvPr>
        </p:nvSpPr>
        <p:spPr>
          <a:xfrm>
            <a:off x="143875" y="1530600"/>
            <a:ext cx="1771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03" name="Google Shape;203;p32"/>
          <p:cNvSpPr txBox="1"/>
          <p:nvPr>
            <p:ph idx="3" type="title"/>
          </p:nvPr>
        </p:nvSpPr>
        <p:spPr>
          <a:xfrm>
            <a:off x="143875" y="2422750"/>
            <a:ext cx="1771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04" name="Google Shape;204;p32"/>
          <p:cNvSpPr txBox="1"/>
          <p:nvPr>
            <p:ph idx="4" type="title"/>
          </p:nvPr>
        </p:nvSpPr>
        <p:spPr>
          <a:xfrm>
            <a:off x="143875" y="3314900"/>
            <a:ext cx="1771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1500"/>
              <a:buFont typeface="Proxima Nova"/>
              <a:buNone/>
              <a:defRPr b="1" sz="1500"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2C55"/>
              </a:buClr>
              <a:buSzPts val="2800"/>
              <a:buNone/>
              <a:defRPr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Steps-Black">
  <p:cSld name="CUSTOM_1_3_1_1_1_1_1"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" name="Google Shape;206;p33"/>
          <p:cNvCxnSpPr/>
          <p:nvPr/>
        </p:nvCxnSpPr>
        <p:spPr>
          <a:xfrm rot="5400000">
            <a:off x="1126325" y="2562850"/>
            <a:ext cx="1848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33"/>
          <p:cNvSpPr/>
          <p:nvPr/>
        </p:nvSpPr>
        <p:spPr>
          <a:xfrm rot="5400000">
            <a:off x="2018975" y="2531350"/>
            <a:ext cx="63000" cy="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3"/>
          <p:cNvSpPr/>
          <p:nvPr/>
        </p:nvSpPr>
        <p:spPr>
          <a:xfrm rot="5400000">
            <a:off x="2018975" y="3424000"/>
            <a:ext cx="63000" cy="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3"/>
          <p:cNvSpPr/>
          <p:nvPr/>
        </p:nvSpPr>
        <p:spPr>
          <a:xfrm rot="5400000">
            <a:off x="2018975" y="1638700"/>
            <a:ext cx="63000" cy="63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3"/>
          <p:cNvSpPr/>
          <p:nvPr/>
        </p:nvSpPr>
        <p:spPr>
          <a:xfrm>
            <a:off x="1967063" y="1586800"/>
            <a:ext cx="166800" cy="16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3"/>
          <p:cNvSpPr txBox="1"/>
          <p:nvPr>
            <p:ph type="title"/>
          </p:nvPr>
        </p:nvSpPr>
        <p:spPr>
          <a:xfrm>
            <a:off x="5618550" y="437400"/>
            <a:ext cx="3430500" cy="20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oxima Nova"/>
              <a:buNone/>
              <a:defRPr b="1" sz="3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12" name="Google Shape;212;p33"/>
          <p:cNvSpPr txBox="1"/>
          <p:nvPr>
            <p:ph idx="1" type="body"/>
          </p:nvPr>
        </p:nvSpPr>
        <p:spPr>
          <a:xfrm>
            <a:off x="5670825" y="2445900"/>
            <a:ext cx="3378300" cy="22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3" name="Google Shape;213;p33"/>
          <p:cNvSpPr/>
          <p:nvPr/>
        </p:nvSpPr>
        <p:spPr>
          <a:xfrm>
            <a:off x="2503138" y="-6450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3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5" name="Google Shape;215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7650" y="4690725"/>
            <a:ext cx="280300" cy="2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33"/>
          <p:cNvSpPr txBox="1"/>
          <p:nvPr>
            <p:ph idx="2" type="title"/>
          </p:nvPr>
        </p:nvSpPr>
        <p:spPr>
          <a:xfrm>
            <a:off x="143875" y="1530600"/>
            <a:ext cx="1771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1500"/>
              <a:buFont typeface="Proxima Nova"/>
              <a:buNone/>
              <a:defRPr b="1" sz="1500"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18" name="Google Shape;218;p33"/>
          <p:cNvSpPr txBox="1"/>
          <p:nvPr>
            <p:ph idx="3" type="title"/>
          </p:nvPr>
        </p:nvSpPr>
        <p:spPr>
          <a:xfrm>
            <a:off x="143875" y="2422750"/>
            <a:ext cx="1771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19" name="Google Shape;219;p33"/>
          <p:cNvSpPr txBox="1"/>
          <p:nvPr>
            <p:ph idx="4" type="title"/>
          </p:nvPr>
        </p:nvSpPr>
        <p:spPr>
          <a:xfrm>
            <a:off x="143875" y="3314900"/>
            <a:ext cx="1771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Steps-Black">
  <p:cSld name="CUSTOM_1_3_1_1_1_1_1_1">
    <p:bg>
      <p:bgPr>
        <a:solidFill>
          <a:schemeClr val="dk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5618550" y="437400"/>
            <a:ext cx="3430500" cy="20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oxima Nova"/>
              <a:buNone/>
              <a:defRPr b="1" sz="3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5670825" y="2445900"/>
            <a:ext cx="3378300" cy="22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3" name="Google Shape;223;p34"/>
          <p:cNvSpPr/>
          <p:nvPr/>
        </p:nvSpPr>
        <p:spPr>
          <a:xfrm>
            <a:off x="2503138" y="-6450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4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5" name="Google Shape;225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7650" y="4690725"/>
            <a:ext cx="280300" cy="2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4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27" name="Google Shape;227;p34"/>
          <p:cNvCxnSpPr/>
          <p:nvPr/>
        </p:nvCxnSpPr>
        <p:spPr>
          <a:xfrm rot="5400000">
            <a:off x="1126325" y="2562850"/>
            <a:ext cx="1848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34"/>
          <p:cNvSpPr/>
          <p:nvPr/>
        </p:nvSpPr>
        <p:spPr>
          <a:xfrm rot="5400000">
            <a:off x="2018975" y="2531350"/>
            <a:ext cx="63000" cy="63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4"/>
          <p:cNvSpPr/>
          <p:nvPr/>
        </p:nvSpPr>
        <p:spPr>
          <a:xfrm rot="5400000">
            <a:off x="2018975" y="3424000"/>
            <a:ext cx="63000" cy="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4"/>
          <p:cNvSpPr/>
          <p:nvPr/>
        </p:nvSpPr>
        <p:spPr>
          <a:xfrm rot="5400000">
            <a:off x="2018975" y="1638700"/>
            <a:ext cx="63000" cy="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4"/>
          <p:cNvSpPr/>
          <p:nvPr/>
        </p:nvSpPr>
        <p:spPr>
          <a:xfrm>
            <a:off x="1967063" y="2479450"/>
            <a:ext cx="166800" cy="16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4"/>
          <p:cNvSpPr txBox="1"/>
          <p:nvPr>
            <p:ph idx="2" type="title"/>
          </p:nvPr>
        </p:nvSpPr>
        <p:spPr>
          <a:xfrm>
            <a:off x="143875" y="1530600"/>
            <a:ext cx="1771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3" name="Google Shape;233;p34"/>
          <p:cNvSpPr txBox="1"/>
          <p:nvPr>
            <p:ph idx="3" type="title"/>
          </p:nvPr>
        </p:nvSpPr>
        <p:spPr>
          <a:xfrm>
            <a:off x="143875" y="2422750"/>
            <a:ext cx="1771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1500"/>
              <a:buFont typeface="Proxima Nova"/>
              <a:buNone/>
              <a:defRPr b="1" sz="1500"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4" name="Google Shape;234;p34"/>
          <p:cNvSpPr txBox="1"/>
          <p:nvPr>
            <p:ph idx="4" type="title"/>
          </p:nvPr>
        </p:nvSpPr>
        <p:spPr>
          <a:xfrm>
            <a:off x="143875" y="3314900"/>
            <a:ext cx="1771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Steps-Black">
  <p:cSld name="CUSTOM_1_3_1_1_1_1_1_1_1"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 txBox="1"/>
          <p:nvPr>
            <p:ph type="title"/>
          </p:nvPr>
        </p:nvSpPr>
        <p:spPr>
          <a:xfrm>
            <a:off x="5618550" y="437400"/>
            <a:ext cx="3430500" cy="20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oxima Nova"/>
              <a:buNone/>
              <a:defRPr b="1" sz="3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7" name="Google Shape;237;p35"/>
          <p:cNvSpPr txBox="1"/>
          <p:nvPr>
            <p:ph idx="1" type="body"/>
          </p:nvPr>
        </p:nvSpPr>
        <p:spPr>
          <a:xfrm>
            <a:off x="5670825" y="2445900"/>
            <a:ext cx="3378300" cy="22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35"/>
          <p:cNvSpPr/>
          <p:nvPr/>
        </p:nvSpPr>
        <p:spPr>
          <a:xfrm>
            <a:off x="2503138" y="-6450"/>
            <a:ext cx="2898900" cy="5156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5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0" name="Google Shape;240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7650" y="4690725"/>
            <a:ext cx="280300" cy="2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5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42" name="Google Shape;242;p35"/>
          <p:cNvCxnSpPr/>
          <p:nvPr/>
        </p:nvCxnSpPr>
        <p:spPr>
          <a:xfrm rot="5400000">
            <a:off x="1126325" y="2562850"/>
            <a:ext cx="1848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35"/>
          <p:cNvSpPr/>
          <p:nvPr/>
        </p:nvSpPr>
        <p:spPr>
          <a:xfrm rot="5400000">
            <a:off x="2018975" y="2531350"/>
            <a:ext cx="63000" cy="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5"/>
          <p:cNvSpPr/>
          <p:nvPr/>
        </p:nvSpPr>
        <p:spPr>
          <a:xfrm rot="5400000">
            <a:off x="2018975" y="3424000"/>
            <a:ext cx="63000" cy="63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5"/>
          <p:cNvSpPr/>
          <p:nvPr/>
        </p:nvSpPr>
        <p:spPr>
          <a:xfrm rot="5400000">
            <a:off x="2018975" y="1638700"/>
            <a:ext cx="63000" cy="63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5"/>
          <p:cNvSpPr/>
          <p:nvPr/>
        </p:nvSpPr>
        <p:spPr>
          <a:xfrm>
            <a:off x="1967063" y="3372100"/>
            <a:ext cx="166800" cy="16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5"/>
          <p:cNvSpPr txBox="1"/>
          <p:nvPr>
            <p:ph idx="2" type="title"/>
          </p:nvPr>
        </p:nvSpPr>
        <p:spPr>
          <a:xfrm>
            <a:off x="143875" y="1530600"/>
            <a:ext cx="1771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48" name="Google Shape;248;p35"/>
          <p:cNvSpPr txBox="1"/>
          <p:nvPr>
            <p:ph idx="3" type="title"/>
          </p:nvPr>
        </p:nvSpPr>
        <p:spPr>
          <a:xfrm>
            <a:off x="143875" y="2422750"/>
            <a:ext cx="1771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Proxima Nova"/>
              <a:buNone/>
              <a:defRPr b="1" sz="15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49" name="Google Shape;249;p35"/>
          <p:cNvSpPr txBox="1"/>
          <p:nvPr>
            <p:ph idx="4" type="title"/>
          </p:nvPr>
        </p:nvSpPr>
        <p:spPr>
          <a:xfrm>
            <a:off x="143875" y="3314900"/>
            <a:ext cx="17715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1500"/>
              <a:buFont typeface="Proxima Nova"/>
              <a:buNone/>
              <a:defRPr b="1" sz="1500"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F4EE"/>
              </a:buClr>
              <a:buSzPts val="2800"/>
              <a:buNone/>
              <a:defRPr>
                <a:solidFill>
                  <a:srgbClr val="25F4EE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4-Things-Black">
  <p:cSld name="CUSTOM_1_2">
    <p:bg>
      <p:bgPr>
        <a:solidFill>
          <a:srgbClr val="000000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/>
          <p:nvPr/>
        </p:nvSpPr>
        <p:spPr>
          <a:xfrm>
            <a:off x="1139963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6"/>
          <p:cNvSpPr/>
          <p:nvPr/>
        </p:nvSpPr>
        <p:spPr>
          <a:xfrm>
            <a:off x="2985363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6"/>
          <p:cNvSpPr/>
          <p:nvPr/>
        </p:nvSpPr>
        <p:spPr>
          <a:xfrm>
            <a:off x="4830738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6"/>
          <p:cNvSpPr/>
          <p:nvPr/>
        </p:nvSpPr>
        <p:spPr>
          <a:xfrm>
            <a:off x="6676113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6"/>
          <p:cNvSpPr txBox="1"/>
          <p:nvPr>
            <p:ph type="title"/>
          </p:nvPr>
        </p:nvSpPr>
        <p:spPr>
          <a:xfrm>
            <a:off x="1139950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56" name="Google Shape;256;p36"/>
          <p:cNvSpPr txBox="1"/>
          <p:nvPr>
            <p:ph idx="2" type="title"/>
          </p:nvPr>
        </p:nvSpPr>
        <p:spPr>
          <a:xfrm>
            <a:off x="2985375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57" name="Google Shape;257;p36"/>
          <p:cNvSpPr txBox="1"/>
          <p:nvPr>
            <p:ph idx="3" type="title"/>
          </p:nvPr>
        </p:nvSpPr>
        <p:spPr>
          <a:xfrm>
            <a:off x="4830800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58" name="Google Shape;258;p36"/>
          <p:cNvSpPr txBox="1"/>
          <p:nvPr>
            <p:ph idx="4" type="title"/>
          </p:nvPr>
        </p:nvSpPr>
        <p:spPr>
          <a:xfrm>
            <a:off x="6676225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59" name="Google Shape;259;p36"/>
          <p:cNvSpPr txBox="1"/>
          <p:nvPr>
            <p:ph idx="5" type="title"/>
          </p:nvPr>
        </p:nvSpPr>
        <p:spPr>
          <a:xfrm>
            <a:off x="1705725" y="355738"/>
            <a:ext cx="5732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oxima Nova"/>
              <a:buNone/>
              <a:defRPr b="1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60" name="Google Shape;260;p36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1" name="Google Shape;26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7650" y="4690725"/>
            <a:ext cx="280300" cy="2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6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3" name="Google Shape;263;p36"/>
          <p:cNvSpPr txBox="1"/>
          <p:nvPr>
            <p:ph idx="1" type="body"/>
          </p:nvPr>
        </p:nvSpPr>
        <p:spPr>
          <a:xfrm>
            <a:off x="1139950" y="3967263"/>
            <a:ext cx="13278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36"/>
          <p:cNvSpPr txBox="1"/>
          <p:nvPr>
            <p:ph idx="6" type="body"/>
          </p:nvPr>
        </p:nvSpPr>
        <p:spPr>
          <a:xfrm>
            <a:off x="2985375" y="3967263"/>
            <a:ext cx="13278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36"/>
          <p:cNvSpPr txBox="1"/>
          <p:nvPr>
            <p:ph idx="7" type="body"/>
          </p:nvPr>
        </p:nvSpPr>
        <p:spPr>
          <a:xfrm>
            <a:off x="4830800" y="3967263"/>
            <a:ext cx="13278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36"/>
          <p:cNvSpPr txBox="1"/>
          <p:nvPr>
            <p:ph idx="8" type="body"/>
          </p:nvPr>
        </p:nvSpPr>
        <p:spPr>
          <a:xfrm>
            <a:off x="6676225" y="3967263"/>
            <a:ext cx="13278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4-Things-White">
  <p:cSld name="CUSTOM_1_2_3"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/>
          <p:nvPr/>
        </p:nvSpPr>
        <p:spPr>
          <a:xfrm>
            <a:off x="1139963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7"/>
          <p:cNvSpPr/>
          <p:nvPr/>
        </p:nvSpPr>
        <p:spPr>
          <a:xfrm>
            <a:off x="2985363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7"/>
          <p:cNvSpPr/>
          <p:nvPr/>
        </p:nvSpPr>
        <p:spPr>
          <a:xfrm>
            <a:off x="4830738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7"/>
          <p:cNvSpPr/>
          <p:nvPr/>
        </p:nvSpPr>
        <p:spPr>
          <a:xfrm>
            <a:off x="6676113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7"/>
          <p:cNvSpPr txBox="1"/>
          <p:nvPr>
            <p:ph type="title"/>
          </p:nvPr>
        </p:nvSpPr>
        <p:spPr>
          <a:xfrm>
            <a:off x="1139950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3" name="Google Shape;273;p37"/>
          <p:cNvSpPr txBox="1"/>
          <p:nvPr>
            <p:ph idx="2" type="title"/>
          </p:nvPr>
        </p:nvSpPr>
        <p:spPr>
          <a:xfrm>
            <a:off x="2985375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4" name="Google Shape;274;p37"/>
          <p:cNvSpPr txBox="1"/>
          <p:nvPr>
            <p:ph idx="3" type="title"/>
          </p:nvPr>
        </p:nvSpPr>
        <p:spPr>
          <a:xfrm>
            <a:off x="4830800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5" name="Google Shape;275;p37"/>
          <p:cNvSpPr txBox="1"/>
          <p:nvPr>
            <p:ph idx="4" type="title"/>
          </p:nvPr>
        </p:nvSpPr>
        <p:spPr>
          <a:xfrm>
            <a:off x="6676225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6" name="Google Shape;276;p37"/>
          <p:cNvSpPr txBox="1"/>
          <p:nvPr>
            <p:ph idx="5" type="title"/>
          </p:nvPr>
        </p:nvSpPr>
        <p:spPr>
          <a:xfrm>
            <a:off x="1705725" y="355738"/>
            <a:ext cx="5732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None/>
              <a:defRPr b="1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7" name="Google Shape;277;p37"/>
          <p:cNvSpPr txBox="1"/>
          <p:nvPr>
            <p:ph idx="1" type="body"/>
          </p:nvPr>
        </p:nvSpPr>
        <p:spPr>
          <a:xfrm>
            <a:off x="1139950" y="3967263"/>
            <a:ext cx="13278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8" name="Google Shape;278;p37"/>
          <p:cNvSpPr txBox="1"/>
          <p:nvPr>
            <p:ph idx="6" type="body"/>
          </p:nvPr>
        </p:nvSpPr>
        <p:spPr>
          <a:xfrm>
            <a:off x="2985375" y="3967263"/>
            <a:ext cx="13278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9" name="Google Shape;279;p37"/>
          <p:cNvSpPr txBox="1"/>
          <p:nvPr>
            <p:ph idx="7" type="body"/>
          </p:nvPr>
        </p:nvSpPr>
        <p:spPr>
          <a:xfrm>
            <a:off x="4830800" y="3967263"/>
            <a:ext cx="13278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idx="8" type="body"/>
          </p:nvPr>
        </p:nvSpPr>
        <p:spPr>
          <a:xfrm>
            <a:off x="6676225" y="3967263"/>
            <a:ext cx="13278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1" name="Google Shape;281;p37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2" name="Google Shape;282;p37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83" name="Google Shape;283;p37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Things-Black">
  <p:cSld name="CUSTOM_1_2_2">
    <p:bg>
      <p:bgPr>
        <a:solidFill>
          <a:srgbClr val="000000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/>
          <p:nvPr/>
        </p:nvSpPr>
        <p:spPr>
          <a:xfrm>
            <a:off x="1409525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8"/>
          <p:cNvSpPr/>
          <p:nvPr/>
        </p:nvSpPr>
        <p:spPr>
          <a:xfrm>
            <a:off x="3908075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8"/>
          <p:cNvSpPr/>
          <p:nvPr/>
        </p:nvSpPr>
        <p:spPr>
          <a:xfrm>
            <a:off x="6406575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8"/>
          <p:cNvSpPr txBox="1"/>
          <p:nvPr>
            <p:ph type="title"/>
          </p:nvPr>
        </p:nvSpPr>
        <p:spPr>
          <a:xfrm>
            <a:off x="1409513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89" name="Google Shape;289;p38"/>
          <p:cNvSpPr txBox="1"/>
          <p:nvPr>
            <p:ph idx="2" type="title"/>
          </p:nvPr>
        </p:nvSpPr>
        <p:spPr>
          <a:xfrm>
            <a:off x="3908088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90" name="Google Shape;290;p38"/>
          <p:cNvSpPr txBox="1"/>
          <p:nvPr>
            <p:ph idx="3" type="title"/>
          </p:nvPr>
        </p:nvSpPr>
        <p:spPr>
          <a:xfrm>
            <a:off x="6406638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91" name="Google Shape;291;p38"/>
          <p:cNvSpPr txBox="1"/>
          <p:nvPr>
            <p:ph idx="4" type="title"/>
          </p:nvPr>
        </p:nvSpPr>
        <p:spPr>
          <a:xfrm>
            <a:off x="1705775" y="355738"/>
            <a:ext cx="5732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oxima Nova"/>
              <a:buNone/>
              <a:defRPr b="1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92" name="Google Shape;292;p38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3" name="Google Shape;293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7650" y="4690725"/>
            <a:ext cx="280300" cy="2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8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5" name="Google Shape;295;p38"/>
          <p:cNvSpPr txBox="1"/>
          <p:nvPr>
            <p:ph idx="1" type="body"/>
          </p:nvPr>
        </p:nvSpPr>
        <p:spPr>
          <a:xfrm>
            <a:off x="1409525" y="3967263"/>
            <a:ext cx="13278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38"/>
          <p:cNvSpPr txBox="1"/>
          <p:nvPr>
            <p:ph idx="5" type="body"/>
          </p:nvPr>
        </p:nvSpPr>
        <p:spPr>
          <a:xfrm>
            <a:off x="3908100" y="3967263"/>
            <a:ext cx="13278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7" name="Google Shape;297;p38"/>
          <p:cNvSpPr txBox="1"/>
          <p:nvPr>
            <p:ph idx="6" type="body"/>
          </p:nvPr>
        </p:nvSpPr>
        <p:spPr>
          <a:xfrm>
            <a:off x="6406675" y="3967263"/>
            <a:ext cx="13278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2-Things-Black">
  <p:cSld name="CUSTOM_1_2_2_4">
    <p:bg>
      <p:bgPr>
        <a:solidFill>
          <a:srgbClr val="000000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/>
          <p:nvPr/>
        </p:nvSpPr>
        <p:spPr>
          <a:xfrm>
            <a:off x="2658800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9"/>
          <p:cNvSpPr/>
          <p:nvPr/>
        </p:nvSpPr>
        <p:spPr>
          <a:xfrm>
            <a:off x="5157300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9"/>
          <p:cNvSpPr txBox="1"/>
          <p:nvPr>
            <p:ph type="title"/>
          </p:nvPr>
        </p:nvSpPr>
        <p:spPr>
          <a:xfrm>
            <a:off x="2658813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02" name="Google Shape;302;p39"/>
          <p:cNvSpPr txBox="1"/>
          <p:nvPr>
            <p:ph idx="2" type="title"/>
          </p:nvPr>
        </p:nvSpPr>
        <p:spPr>
          <a:xfrm>
            <a:off x="5157363" y="1255563"/>
            <a:ext cx="1327800" cy="35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03" name="Google Shape;303;p39"/>
          <p:cNvSpPr txBox="1"/>
          <p:nvPr>
            <p:ph idx="3" type="title"/>
          </p:nvPr>
        </p:nvSpPr>
        <p:spPr>
          <a:xfrm>
            <a:off x="1705775" y="355738"/>
            <a:ext cx="5732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oxima Nova"/>
              <a:buNone/>
              <a:defRPr b="1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04" name="Google Shape;304;p39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05" name="Google Shape;305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7650" y="4690725"/>
            <a:ext cx="280300" cy="2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9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7" name="Google Shape;307;p39"/>
          <p:cNvSpPr txBox="1"/>
          <p:nvPr>
            <p:ph idx="1" type="body"/>
          </p:nvPr>
        </p:nvSpPr>
        <p:spPr>
          <a:xfrm>
            <a:off x="2658825" y="3967263"/>
            <a:ext cx="13278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8" name="Google Shape;308;p39"/>
          <p:cNvSpPr txBox="1"/>
          <p:nvPr>
            <p:ph idx="4" type="body"/>
          </p:nvPr>
        </p:nvSpPr>
        <p:spPr>
          <a:xfrm>
            <a:off x="5157400" y="3967263"/>
            <a:ext cx="13278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Things-White">
  <p:cSld name="CUSTOM_1_2_2_3">
    <p:bg>
      <p:bgPr>
        <a:solidFill>
          <a:schemeClr val="lt1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0"/>
          <p:cNvSpPr/>
          <p:nvPr/>
        </p:nvSpPr>
        <p:spPr>
          <a:xfrm>
            <a:off x="1409525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0"/>
          <p:cNvSpPr/>
          <p:nvPr/>
        </p:nvSpPr>
        <p:spPr>
          <a:xfrm>
            <a:off x="3908075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0"/>
          <p:cNvSpPr/>
          <p:nvPr/>
        </p:nvSpPr>
        <p:spPr>
          <a:xfrm>
            <a:off x="6406575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0"/>
          <p:cNvSpPr txBox="1"/>
          <p:nvPr>
            <p:ph type="title"/>
          </p:nvPr>
        </p:nvSpPr>
        <p:spPr>
          <a:xfrm>
            <a:off x="1409513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14" name="Google Shape;314;p40"/>
          <p:cNvSpPr txBox="1"/>
          <p:nvPr>
            <p:ph idx="2" type="title"/>
          </p:nvPr>
        </p:nvSpPr>
        <p:spPr>
          <a:xfrm>
            <a:off x="3908088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15" name="Google Shape;315;p40"/>
          <p:cNvSpPr txBox="1"/>
          <p:nvPr>
            <p:ph idx="3" type="title"/>
          </p:nvPr>
        </p:nvSpPr>
        <p:spPr>
          <a:xfrm>
            <a:off x="6406638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16" name="Google Shape;316;p40"/>
          <p:cNvSpPr txBox="1"/>
          <p:nvPr>
            <p:ph idx="4" type="title"/>
          </p:nvPr>
        </p:nvSpPr>
        <p:spPr>
          <a:xfrm>
            <a:off x="1705775" y="355738"/>
            <a:ext cx="5732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None/>
              <a:defRPr b="1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17" name="Google Shape;317;p40"/>
          <p:cNvSpPr txBox="1"/>
          <p:nvPr>
            <p:ph idx="1" type="body"/>
          </p:nvPr>
        </p:nvSpPr>
        <p:spPr>
          <a:xfrm>
            <a:off x="1409525" y="3967263"/>
            <a:ext cx="13278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8" name="Google Shape;318;p40"/>
          <p:cNvSpPr txBox="1"/>
          <p:nvPr>
            <p:ph idx="5" type="body"/>
          </p:nvPr>
        </p:nvSpPr>
        <p:spPr>
          <a:xfrm>
            <a:off x="3908100" y="3967263"/>
            <a:ext cx="13278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9" name="Google Shape;319;p40"/>
          <p:cNvSpPr txBox="1"/>
          <p:nvPr>
            <p:ph idx="6" type="body"/>
          </p:nvPr>
        </p:nvSpPr>
        <p:spPr>
          <a:xfrm>
            <a:off x="6406675" y="3967263"/>
            <a:ext cx="13278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0" name="Google Shape;320;p40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1" name="Google Shape;321;p40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22" name="Google Shape;322;p40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2-Things-White">
  <p:cSld name="CUSTOM_1_2_2_3_1">
    <p:bg>
      <p:bgPr>
        <a:solidFill>
          <a:schemeClr val="lt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1"/>
          <p:cNvSpPr/>
          <p:nvPr/>
        </p:nvSpPr>
        <p:spPr>
          <a:xfrm>
            <a:off x="2658800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1"/>
          <p:cNvSpPr/>
          <p:nvPr/>
        </p:nvSpPr>
        <p:spPr>
          <a:xfrm>
            <a:off x="5157300" y="1608525"/>
            <a:ext cx="1327800" cy="23586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1"/>
          <p:cNvSpPr txBox="1"/>
          <p:nvPr>
            <p:ph type="title"/>
          </p:nvPr>
        </p:nvSpPr>
        <p:spPr>
          <a:xfrm>
            <a:off x="2658813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27" name="Google Shape;327;p41"/>
          <p:cNvSpPr txBox="1"/>
          <p:nvPr>
            <p:ph idx="2" type="title"/>
          </p:nvPr>
        </p:nvSpPr>
        <p:spPr>
          <a:xfrm>
            <a:off x="5157363" y="1255563"/>
            <a:ext cx="1327800" cy="3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28" name="Google Shape;328;p41"/>
          <p:cNvSpPr txBox="1"/>
          <p:nvPr>
            <p:ph idx="3" type="title"/>
          </p:nvPr>
        </p:nvSpPr>
        <p:spPr>
          <a:xfrm>
            <a:off x="1705775" y="355738"/>
            <a:ext cx="5732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None/>
              <a:defRPr b="1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29" name="Google Shape;329;p41"/>
          <p:cNvSpPr txBox="1"/>
          <p:nvPr>
            <p:ph idx="1" type="body"/>
          </p:nvPr>
        </p:nvSpPr>
        <p:spPr>
          <a:xfrm>
            <a:off x="2658825" y="3967263"/>
            <a:ext cx="13278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30" name="Google Shape;330;p41"/>
          <p:cNvSpPr txBox="1"/>
          <p:nvPr>
            <p:ph idx="4" type="body"/>
          </p:nvPr>
        </p:nvSpPr>
        <p:spPr>
          <a:xfrm>
            <a:off x="5157400" y="3967263"/>
            <a:ext cx="13278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31" name="Google Shape;331;p41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2" name="Google Shape;332;p41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3" name="Google Shape;333;p41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Things-Landscape-Black">
  <p:cSld name="CUSTOM_1_2_2_2">
    <p:bg>
      <p:bgPr>
        <a:solidFill>
          <a:srgbClr val="000000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 txBox="1"/>
          <p:nvPr>
            <p:ph type="title"/>
          </p:nvPr>
        </p:nvSpPr>
        <p:spPr>
          <a:xfrm>
            <a:off x="1705775" y="355738"/>
            <a:ext cx="5732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oxima Nova"/>
              <a:buNone/>
              <a:defRPr b="1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36" name="Google Shape;336;p42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7" name="Google Shape;337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7650" y="4690725"/>
            <a:ext cx="280300" cy="2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2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9" name="Google Shape;339;p42"/>
          <p:cNvSpPr txBox="1"/>
          <p:nvPr>
            <p:ph idx="1" type="body"/>
          </p:nvPr>
        </p:nvSpPr>
        <p:spPr>
          <a:xfrm>
            <a:off x="723525" y="3361950"/>
            <a:ext cx="25035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0" name="Google Shape;340;p42"/>
          <p:cNvSpPr txBox="1"/>
          <p:nvPr>
            <p:ph idx="2" type="body"/>
          </p:nvPr>
        </p:nvSpPr>
        <p:spPr>
          <a:xfrm>
            <a:off x="3320200" y="3361950"/>
            <a:ext cx="25035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1" name="Google Shape;341;p42"/>
          <p:cNvSpPr txBox="1"/>
          <p:nvPr>
            <p:ph idx="3" type="body"/>
          </p:nvPr>
        </p:nvSpPr>
        <p:spPr>
          <a:xfrm>
            <a:off x="5916875" y="3361950"/>
            <a:ext cx="25035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b="0" sz="800">
                <a:solidFill>
                  <a:schemeClr val="lt1"/>
                </a:solidFill>
              </a:defRPr>
            </a:lvl1pPr>
            <a:lvl2pPr indent="-2794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roxima Nova"/>
              <a:buChar char="○"/>
              <a:defRPr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2" name="Google Shape;342;p42"/>
          <p:cNvSpPr/>
          <p:nvPr/>
        </p:nvSpPr>
        <p:spPr>
          <a:xfrm>
            <a:off x="723538" y="1940009"/>
            <a:ext cx="2503500" cy="12732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3" name="Google Shape;343;p42"/>
          <p:cNvSpPr/>
          <p:nvPr/>
        </p:nvSpPr>
        <p:spPr>
          <a:xfrm>
            <a:off x="3320225" y="1940113"/>
            <a:ext cx="2503500" cy="12732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4" name="Google Shape;344;p42"/>
          <p:cNvSpPr/>
          <p:nvPr/>
        </p:nvSpPr>
        <p:spPr>
          <a:xfrm>
            <a:off x="5916900" y="1930188"/>
            <a:ext cx="2503500" cy="12732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Things-Landscape-White">
  <p:cSld name="CUSTOM_1_2_2_2_1">
    <p:bg>
      <p:bgPr>
        <a:solidFill>
          <a:schemeClr val="lt1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3"/>
          <p:cNvSpPr txBox="1"/>
          <p:nvPr>
            <p:ph type="title"/>
          </p:nvPr>
        </p:nvSpPr>
        <p:spPr>
          <a:xfrm>
            <a:off x="1705775" y="355738"/>
            <a:ext cx="5732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None/>
              <a:defRPr b="1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47" name="Google Shape;347;p43"/>
          <p:cNvSpPr txBox="1"/>
          <p:nvPr>
            <p:ph idx="1" type="body"/>
          </p:nvPr>
        </p:nvSpPr>
        <p:spPr>
          <a:xfrm>
            <a:off x="723525" y="3361950"/>
            <a:ext cx="25035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8" name="Google Shape;348;p43"/>
          <p:cNvSpPr txBox="1"/>
          <p:nvPr>
            <p:ph idx="2" type="body"/>
          </p:nvPr>
        </p:nvSpPr>
        <p:spPr>
          <a:xfrm>
            <a:off x="3320200" y="3361950"/>
            <a:ext cx="25035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9" name="Google Shape;349;p43"/>
          <p:cNvSpPr txBox="1"/>
          <p:nvPr>
            <p:ph idx="3" type="body"/>
          </p:nvPr>
        </p:nvSpPr>
        <p:spPr>
          <a:xfrm>
            <a:off x="5916875" y="3361950"/>
            <a:ext cx="25035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b="0" sz="800">
                <a:solidFill>
                  <a:srgbClr val="000000"/>
                </a:solidFill>
              </a:defRPr>
            </a:lvl1pPr>
            <a:lvl2pPr indent="-2794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roxima Nova"/>
              <a:buChar char="○"/>
              <a:defRPr sz="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794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3pPr>
            <a:lvl4pPr indent="-2794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4pPr>
            <a:lvl5pPr indent="-2794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5pPr>
            <a:lvl6pPr indent="-2794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6pPr>
            <a:lvl7pPr indent="-2794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800">
                <a:solidFill>
                  <a:srgbClr val="000000"/>
                </a:solidFill>
              </a:defRPr>
            </a:lvl7pPr>
            <a:lvl8pPr indent="-2794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800">
                <a:solidFill>
                  <a:srgbClr val="000000"/>
                </a:solidFill>
              </a:defRPr>
            </a:lvl8pPr>
            <a:lvl9pPr indent="-2794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 sz="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0" name="Google Shape;350;p43"/>
          <p:cNvSpPr/>
          <p:nvPr/>
        </p:nvSpPr>
        <p:spPr>
          <a:xfrm>
            <a:off x="723538" y="1940009"/>
            <a:ext cx="2503500" cy="12732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1" name="Google Shape;351;p43"/>
          <p:cNvSpPr/>
          <p:nvPr/>
        </p:nvSpPr>
        <p:spPr>
          <a:xfrm>
            <a:off x="3320225" y="1940113"/>
            <a:ext cx="2503500" cy="12732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2" name="Google Shape;352;p43"/>
          <p:cNvSpPr/>
          <p:nvPr/>
        </p:nvSpPr>
        <p:spPr>
          <a:xfrm>
            <a:off x="5916900" y="1930188"/>
            <a:ext cx="2503500" cy="12732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3" name="Google Shape;353;p43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4" name="Google Shape;354;p43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55" name="Google Shape;355;p43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Things-Pictures-Black">
  <p:cSld name="CUSTOM_1_2_2_1">
    <p:bg>
      <p:bgPr>
        <a:solidFill>
          <a:srgbClr val="000000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4"/>
          <p:cNvSpPr txBox="1"/>
          <p:nvPr>
            <p:ph type="title"/>
          </p:nvPr>
        </p:nvSpPr>
        <p:spPr>
          <a:xfrm>
            <a:off x="1705800" y="316150"/>
            <a:ext cx="5732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oxima Nova"/>
              <a:buNone/>
              <a:defRPr b="1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58" name="Google Shape;358;p44"/>
          <p:cNvSpPr/>
          <p:nvPr/>
        </p:nvSpPr>
        <p:spPr>
          <a:xfrm>
            <a:off x="1076750" y="1461925"/>
            <a:ext cx="31893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4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60" name="Google Shape;360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7650" y="4690725"/>
            <a:ext cx="280300" cy="2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4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2" name="Google Shape;362;p44"/>
          <p:cNvSpPr txBox="1"/>
          <p:nvPr>
            <p:ph idx="1" type="body"/>
          </p:nvPr>
        </p:nvSpPr>
        <p:spPr>
          <a:xfrm>
            <a:off x="1131425" y="1506425"/>
            <a:ext cx="3189300" cy="78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 b="0" sz="14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○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○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63" name="Google Shape;363;p44"/>
          <p:cNvSpPr/>
          <p:nvPr/>
        </p:nvSpPr>
        <p:spPr>
          <a:xfrm>
            <a:off x="1076750" y="2374000"/>
            <a:ext cx="31893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4"/>
          <p:cNvSpPr/>
          <p:nvPr/>
        </p:nvSpPr>
        <p:spPr>
          <a:xfrm>
            <a:off x="1076750" y="3286075"/>
            <a:ext cx="31893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4"/>
          <p:cNvSpPr txBox="1"/>
          <p:nvPr>
            <p:ph idx="2" type="body"/>
          </p:nvPr>
        </p:nvSpPr>
        <p:spPr>
          <a:xfrm>
            <a:off x="1131425" y="2418500"/>
            <a:ext cx="3189300" cy="78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 b="0" sz="14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○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○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66" name="Google Shape;366;p44"/>
          <p:cNvSpPr txBox="1"/>
          <p:nvPr>
            <p:ph idx="3" type="body"/>
          </p:nvPr>
        </p:nvSpPr>
        <p:spPr>
          <a:xfrm>
            <a:off x="1131425" y="3330575"/>
            <a:ext cx="3189300" cy="78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 b="0" sz="14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○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●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 Semibold"/>
              <a:buChar char="○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roxima Nova Semibold"/>
              <a:buChar char="■"/>
              <a:defRPr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3-Things-Pictures-White">
  <p:cSld name="CUSTOM_1_2_2_1_1">
    <p:bg>
      <p:bgPr>
        <a:solidFill>
          <a:schemeClr val="lt1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5"/>
          <p:cNvSpPr txBox="1"/>
          <p:nvPr>
            <p:ph type="title"/>
          </p:nvPr>
        </p:nvSpPr>
        <p:spPr>
          <a:xfrm>
            <a:off x="1705800" y="316150"/>
            <a:ext cx="5732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None/>
              <a:defRPr b="1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69" name="Google Shape;369;p45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0" name="Google Shape;370;p45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1" name="Google Shape;371;p45"/>
          <p:cNvSpPr/>
          <p:nvPr/>
        </p:nvSpPr>
        <p:spPr>
          <a:xfrm>
            <a:off x="1076750" y="1461925"/>
            <a:ext cx="31893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5"/>
          <p:cNvSpPr/>
          <p:nvPr/>
        </p:nvSpPr>
        <p:spPr>
          <a:xfrm>
            <a:off x="1076750" y="2374000"/>
            <a:ext cx="31893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5"/>
          <p:cNvSpPr/>
          <p:nvPr/>
        </p:nvSpPr>
        <p:spPr>
          <a:xfrm>
            <a:off x="1076750" y="3286075"/>
            <a:ext cx="3189300" cy="7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4" name="Google Shape;374;p45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5"/>
          <p:cNvSpPr txBox="1"/>
          <p:nvPr>
            <p:ph idx="1" type="body"/>
          </p:nvPr>
        </p:nvSpPr>
        <p:spPr>
          <a:xfrm>
            <a:off x="1131425" y="1506425"/>
            <a:ext cx="3189300" cy="7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 b="0" sz="14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○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○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76" name="Google Shape;376;p45"/>
          <p:cNvSpPr txBox="1"/>
          <p:nvPr>
            <p:ph idx="2" type="body"/>
          </p:nvPr>
        </p:nvSpPr>
        <p:spPr>
          <a:xfrm>
            <a:off x="1131425" y="2418500"/>
            <a:ext cx="3189300" cy="7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 b="0" sz="14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○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○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77" name="Google Shape;377;p45"/>
          <p:cNvSpPr txBox="1"/>
          <p:nvPr>
            <p:ph idx="3" type="body"/>
          </p:nvPr>
        </p:nvSpPr>
        <p:spPr>
          <a:xfrm>
            <a:off x="1131425" y="3330575"/>
            <a:ext cx="3189300" cy="7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 b="0" sz="14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○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●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 Semibold"/>
              <a:buChar char="○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Proxima Nova Semibold"/>
              <a:buChar char="■"/>
              <a:defRPr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Product-Black">
  <p:cSld name="CUSTOM_1_2_1">
    <p:bg>
      <p:bgPr>
        <a:solidFill>
          <a:srgbClr val="000000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6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80" name="Google Shape;380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7650" y="4690725"/>
            <a:ext cx="280300" cy="2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6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2" name="Google Shape;382;p46"/>
          <p:cNvSpPr txBox="1"/>
          <p:nvPr>
            <p:ph type="title"/>
          </p:nvPr>
        </p:nvSpPr>
        <p:spPr>
          <a:xfrm>
            <a:off x="303425" y="691025"/>
            <a:ext cx="22890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83" name="Google Shape;383;p46"/>
          <p:cNvSpPr txBox="1"/>
          <p:nvPr>
            <p:ph idx="1" type="subTitle"/>
          </p:nvPr>
        </p:nvSpPr>
        <p:spPr>
          <a:xfrm>
            <a:off x="303425" y="1565525"/>
            <a:ext cx="2063100" cy="17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roxima Nova Semibold"/>
              <a:buNone/>
              <a:defRPr b="0" sz="10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Product-White">
  <p:cSld name="CUSTOM_1_2_1_2">
    <p:bg>
      <p:bgPr>
        <a:solidFill>
          <a:schemeClr val="lt1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7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6" name="Google Shape;386;p47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87" name="Google Shape;387;p47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7"/>
          <p:cNvSpPr txBox="1"/>
          <p:nvPr>
            <p:ph type="title"/>
          </p:nvPr>
        </p:nvSpPr>
        <p:spPr>
          <a:xfrm>
            <a:off x="303425" y="691025"/>
            <a:ext cx="22890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89" name="Google Shape;389;p47"/>
          <p:cNvSpPr txBox="1"/>
          <p:nvPr>
            <p:ph idx="1" type="subTitle"/>
          </p:nvPr>
        </p:nvSpPr>
        <p:spPr>
          <a:xfrm>
            <a:off x="303425" y="1565525"/>
            <a:ext cx="2063100" cy="17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roxima Nova Semibold"/>
              <a:buNone/>
              <a:defRPr b="0" sz="1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Quote-White">
  <p:cSld name="CUSTOM_1_2_1_1_2">
    <p:bg>
      <p:bgPr>
        <a:solidFill>
          <a:schemeClr val="lt1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8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2" name="Google Shape;392;p48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93" name="Google Shape;393;p48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8"/>
          <p:cNvSpPr txBox="1"/>
          <p:nvPr/>
        </p:nvSpPr>
        <p:spPr>
          <a:xfrm>
            <a:off x="255740" y="-747110"/>
            <a:ext cx="1814700" cy="28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0"/>
              <a:buFont typeface="Arial"/>
              <a:buNone/>
            </a:pPr>
            <a:r>
              <a:rPr b="0" i="0" lang="en" sz="35000" u="none" cap="none" strike="noStrike"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rPr>
              <a:t>“</a:t>
            </a:r>
            <a:endParaRPr b="0" i="0" sz="35000" u="none" cap="none" strike="noStrike">
              <a:solidFill>
                <a:srgbClr val="FE2C5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5" name="Google Shape;395;p48"/>
          <p:cNvSpPr txBox="1"/>
          <p:nvPr>
            <p:ph idx="1" type="subTitle"/>
          </p:nvPr>
        </p:nvSpPr>
        <p:spPr>
          <a:xfrm>
            <a:off x="933900" y="1037025"/>
            <a:ext cx="7276200" cy="29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roxima Nova Semibold"/>
              <a:buNone/>
              <a:defRPr b="0" sz="3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3000"/>
              <a:buNone/>
              <a:defRPr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96" name="Google Shape;396;p48"/>
          <p:cNvSpPr txBox="1"/>
          <p:nvPr>
            <p:ph idx="2" type="subTitle"/>
          </p:nvPr>
        </p:nvSpPr>
        <p:spPr>
          <a:xfrm>
            <a:off x="933900" y="3300200"/>
            <a:ext cx="72762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roxima Nova Semibold"/>
              <a:buNone/>
              <a:defRPr b="0" sz="13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300"/>
              <a:buNone/>
              <a:defRPr sz="13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97" name="Google Shape;397;p48"/>
          <p:cNvSpPr txBox="1"/>
          <p:nvPr/>
        </p:nvSpPr>
        <p:spPr>
          <a:xfrm>
            <a:off x="6940315" y="1807290"/>
            <a:ext cx="1814700" cy="28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0"/>
              <a:buFont typeface="Arial"/>
              <a:buNone/>
            </a:pPr>
            <a:r>
              <a:rPr b="0" i="0" lang="en" sz="35000" u="none" cap="none" strike="noStrike"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rPr>
              <a:t>”</a:t>
            </a:r>
            <a:endParaRPr b="0" i="0" sz="35000" u="none" cap="none" strike="noStrike">
              <a:solidFill>
                <a:srgbClr val="FE2C5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Landscape-Picture-Black">
  <p:cSld name="CUSTOM_1_2_1_1_1">
    <p:bg>
      <p:bgPr>
        <a:solidFill>
          <a:srgbClr val="000000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9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00" name="Google Shape;400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7650" y="4690725"/>
            <a:ext cx="280300" cy="2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9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2" name="Google Shape;402;p49"/>
          <p:cNvSpPr/>
          <p:nvPr/>
        </p:nvSpPr>
        <p:spPr>
          <a:xfrm>
            <a:off x="3294125" y="1465350"/>
            <a:ext cx="5404200" cy="27486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49"/>
          <p:cNvSpPr txBox="1"/>
          <p:nvPr>
            <p:ph type="title"/>
          </p:nvPr>
        </p:nvSpPr>
        <p:spPr>
          <a:xfrm>
            <a:off x="1705800" y="316150"/>
            <a:ext cx="5732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roxima Nova"/>
              <a:buNone/>
              <a:defRPr b="1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04" name="Google Shape;404;p49"/>
          <p:cNvSpPr txBox="1"/>
          <p:nvPr>
            <p:ph idx="1" type="subTitle"/>
          </p:nvPr>
        </p:nvSpPr>
        <p:spPr>
          <a:xfrm>
            <a:off x="497950" y="1465350"/>
            <a:ext cx="2461200" cy="27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0" sz="9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Landscape-Picture-White">
  <p:cSld name="CUSTOM_1_2_1_1_1_1">
    <p:bg>
      <p:bgPr>
        <a:solidFill>
          <a:schemeClr val="lt1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0"/>
          <p:cNvSpPr/>
          <p:nvPr/>
        </p:nvSpPr>
        <p:spPr>
          <a:xfrm>
            <a:off x="3294125" y="1465350"/>
            <a:ext cx="5404200" cy="27486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50"/>
          <p:cNvSpPr txBox="1"/>
          <p:nvPr>
            <p:ph type="title"/>
          </p:nvPr>
        </p:nvSpPr>
        <p:spPr>
          <a:xfrm>
            <a:off x="1705800" y="316150"/>
            <a:ext cx="5732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None/>
              <a:defRPr b="1" sz="2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08" name="Google Shape;408;p50"/>
          <p:cNvSpPr txBox="1"/>
          <p:nvPr>
            <p:ph idx="1" type="subTitle"/>
          </p:nvPr>
        </p:nvSpPr>
        <p:spPr>
          <a:xfrm>
            <a:off x="497950" y="1465350"/>
            <a:ext cx="2461200" cy="27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0" sz="9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9" name="Google Shape;409;p50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0" name="Google Shape;410;p50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11" name="Google Shape;411;p50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2-White">
  <p:cSld name="CUSTOM_1_1">
    <p:bg>
      <p:bgPr>
        <a:solidFill>
          <a:schemeClr val="lt1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1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4" name="Google Shape;414;p51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15" name="Google Shape;415;p51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51"/>
          <p:cNvSpPr txBox="1"/>
          <p:nvPr>
            <p:ph type="title"/>
          </p:nvPr>
        </p:nvSpPr>
        <p:spPr>
          <a:xfrm>
            <a:off x="799800" y="842450"/>
            <a:ext cx="75444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b="1" sz="40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17" name="Google Shape;417;p51"/>
          <p:cNvSpPr txBox="1"/>
          <p:nvPr>
            <p:ph idx="2" type="title"/>
          </p:nvPr>
        </p:nvSpPr>
        <p:spPr>
          <a:xfrm>
            <a:off x="812800" y="2140000"/>
            <a:ext cx="37227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  <a:defRPr b="1"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18" name="Google Shape;418;p51"/>
          <p:cNvSpPr txBox="1"/>
          <p:nvPr>
            <p:ph idx="3" type="title"/>
          </p:nvPr>
        </p:nvSpPr>
        <p:spPr>
          <a:xfrm>
            <a:off x="4535500" y="2140000"/>
            <a:ext cx="37227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None/>
              <a:defRPr b="1"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19" name="Google Shape;419;p51"/>
          <p:cNvSpPr txBox="1"/>
          <p:nvPr>
            <p:ph idx="1" type="subTitle"/>
          </p:nvPr>
        </p:nvSpPr>
        <p:spPr>
          <a:xfrm>
            <a:off x="4535500" y="2383388"/>
            <a:ext cx="3722700" cy="23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0" name="Google Shape;420;p51"/>
          <p:cNvSpPr txBox="1"/>
          <p:nvPr>
            <p:ph idx="4" type="subTitle"/>
          </p:nvPr>
        </p:nvSpPr>
        <p:spPr>
          <a:xfrm>
            <a:off x="812800" y="2383388"/>
            <a:ext cx="3722700" cy="23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Title-Hero-1">
  <p:cSld name="BLANK_3_1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2"/>
          <p:cNvSpPr/>
          <p:nvPr/>
        </p:nvSpPr>
        <p:spPr>
          <a:xfrm>
            <a:off x="1175600" y="-3300"/>
            <a:ext cx="2879100" cy="51501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52"/>
          <p:cNvSpPr txBox="1"/>
          <p:nvPr>
            <p:ph idx="1" type="subTitle"/>
          </p:nvPr>
        </p:nvSpPr>
        <p:spPr>
          <a:xfrm>
            <a:off x="4710075" y="2152350"/>
            <a:ext cx="4074300" cy="17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roxima Nova Semibold"/>
              <a:buNone/>
              <a:defRPr b="0" sz="1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24" name="Google Shape;424;p52"/>
          <p:cNvSpPr txBox="1"/>
          <p:nvPr>
            <p:ph type="title"/>
          </p:nvPr>
        </p:nvSpPr>
        <p:spPr>
          <a:xfrm>
            <a:off x="4486275" y="1277850"/>
            <a:ext cx="42981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25" name="Google Shape;425;p52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6" name="Google Shape;426;p52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27" name="Google Shape;427;p52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Section-Title-Hero-2">
  <p:cSld name="BLANK_3_1_2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/>
          <p:nvPr/>
        </p:nvSpPr>
        <p:spPr>
          <a:xfrm>
            <a:off x="5261525" y="-3300"/>
            <a:ext cx="2879100" cy="51501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53"/>
          <p:cNvSpPr txBox="1"/>
          <p:nvPr>
            <p:ph idx="1" type="subTitle"/>
          </p:nvPr>
        </p:nvSpPr>
        <p:spPr>
          <a:xfrm>
            <a:off x="536300" y="2450538"/>
            <a:ext cx="3638100" cy="17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roxima Nova Semibold"/>
              <a:buNone/>
              <a:defRPr b="0" sz="1000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31" name="Google Shape;431;p53"/>
          <p:cNvSpPr txBox="1"/>
          <p:nvPr>
            <p:ph type="title"/>
          </p:nvPr>
        </p:nvSpPr>
        <p:spPr>
          <a:xfrm>
            <a:off x="303425" y="979663"/>
            <a:ext cx="4958100" cy="147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32" name="Google Shape;432;p53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3" name="Google Shape;433;p53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34" name="Google Shape;434;p53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-Blank-White">
  <p:cSld name="BLANK_1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4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37" name="Google Shape;437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7650" y="4690725"/>
            <a:ext cx="280300" cy="2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54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-Endcard">
  <p:cSld name="BLANK_1_2">
    <p:bg>
      <p:bgPr>
        <a:solidFill>
          <a:srgbClr val="000000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5"/>
          <p:cNvSpPr txBox="1"/>
          <p:nvPr/>
        </p:nvSpPr>
        <p:spPr>
          <a:xfrm>
            <a:off x="311700" y="2017050"/>
            <a:ext cx="8520600" cy="11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thanks.</a:t>
            </a:r>
            <a:endParaRPr b="0" i="0" sz="52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441" name="Google Shape;441;p55"/>
          <p:cNvSpPr/>
          <p:nvPr/>
        </p:nvSpPr>
        <p:spPr>
          <a:xfrm>
            <a:off x="5529000" y="2683925"/>
            <a:ext cx="1485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Body-Quote-Black">
  <p:cSld name="CUSTOM_1_2_1_1_3">
    <p:bg>
      <p:bgPr>
        <a:solidFill>
          <a:srgbClr val="000000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6"/>
          <p:cNvSpPr txBox="1"/>
          <p:nvPr/>
        </p:nvSpPr>
        <p:spPr>
          <a:xfrm>
            <a:off x="255740" y="-747110"/>
            <a:ext cx="1814700" cy="28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0"/>
              <a:buFont typeface="Arial"/>
              <a:buNone/>
            </a:pPr>
            <a:r>
              <a:rPr b="0" i="0" lang="en" sz="35000" u="none" cap="none" strike="noStrike"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rPr>
              <a:t>“</a:t>
            </a:r>
            <a:endParaRPr b="0" i="0" sz="35000" u="none" cap="none" strike="noStrike">
              <a:solidFill>
                <a:srgbClr val="FE2C5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4" name="Google Shape;444;p56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45" name="Google Shape;445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7650" y="4690725"/>
            <a:ext cx="280300" cy="2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56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7" name="Google Shape;447;p56"/>
          <p:cNvSpPr txBox="1"/>
          <p:nvPr>
            <p:ph idx="1" type="subTitle"/>
          </p:nvPr>
        </p:nvSpPr>
        <p:spPr>
          <a:xfrm>
            <a:off x="933900" y="1037025"/>
            <a:ext cx="7276200" cy="29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roxima Nova Semibold"/>
              <a:buNone/>
              <a:defRPr b="0" sz="30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48" name="Google Shape;448;p56"/>
          <p:cNvSpPr txBox="1"/>
          <p:nvPr>
            <p:ph idx="2" type="subTitle"/>
          </p:nvPr>
        </p:nvSpPr>
        <p:spPr>
          <a:xfrm>
            <a:off x="933900" y="3300200"/>
            <a:ext cx="72762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roxima Nova Semibold"/>
              <a:buNone/>
              <a:defRPr b="0" sz="13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49" name="Google Shape;449;p56"/>
          <p:cNvSpPr txBox="1"/>
          <p:nvPr/>
        </p:nvSpPr>
        <p:spPr>
          <a:xfrm>
            <a:off x="6940315" y="1807290"/>
            <a:ext cx="1814700" cy="28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0"/>
              <a:buFont typeface="Arial"/>
              <a:buNone/>
            </a:pPr>
            <a:r>
              <a:rPr b="0" i="0" lang="en" sz="35000" u="none" cap="none" strike="noStrike">
                <a:solidFill>
                  <a:srgbClr val="FE2C55"/>
                </a:solidFill>
                <a:latin typeface="Proxima Nova"/>
                <a:ea typeface="Proxima Nova"/>
                <a:cs typeface="Proxima Nova"/>
                <a:sym typeface="Proxima Nova"/>
              </a:rPr>
              <a:t>”</a:t>
            </a:r>
            <a:endParaRPr b="0" i="0" sz="35000" u="none" cap="none" strike="noStrike">
              <a:solidFill>
                <a:srgbClr val="FE2C5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Page" showMasterSp="0">
  <p:cSld name="Blank Page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标题和内容">
  <p:cSld name="1_标题和内容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8"/>
          <p:cNvSpPr/>
          <p:nvPr/>
        </p:nvSpPr>
        <p:spPr>
          <a:xfrm>
            <a:off x="10195095" y="11334701"/>
            <a:ext cx="58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PPT模板下载：www.1ppt.com/moban/     行业PPT模板：www.1ppt.com/hangye/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节日PPT模板：www.1ppt.com/jieri/           PPT素材下载：www.1ppt.com/sucai/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PPT背景图片：www.1ppt.com/beijing/      PPT图表下载：www.1ppt.com/tubiao/    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优秀PPT下载：www.1ppt.com/xiazai/        PPT教程： www.1ppt.com/powerpoint/    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Word教程： www.1ppt.com/word/              Excel教程：www.1ppt.com/excel/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资料下载：www.1ppt.com/ziliao/                PPT课件下载：www.1ppt.com/kejian/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范文下载：www.1ppt.com/fanwen/             试卷下载：www.1ppt.com/shiti/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教案下载：www.1ppt.com/jiaoan/      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字体下载：www.1ppt.com/ziti/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rPr b="0" i="0" lang="en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 type="tx">
  <p:cSld name="TITLE_AND_BODY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9"/>
          <p:cNvSpPr txBox="1"/>
          <p:nvPr>
            <p:ph type="title"/>
          </p:nvPr>
        </p:nvSpPr>
        <p:spPr>
          <a:xfrm>
            <a:off x="685800" y="403865"/>
            <a:ext cx="77697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pic>
        <p:nvPicPr>
          <p:cNvPr descr="A close up of a logo&#10;&#10;Description automatically generated" id="455" name="Google Shape;455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56" y="69053"/>
            <a:ext cx="716681" cy="298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Infographic/Data Vis">
  <p:cSld name="TITLE_2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/>
          <p:nvPr>
            <p:ph type="title"/>
          </p:nvPr>
        </p:nvSpPr>
        <p:spPr>
          <a:xfrm>
            <a:off x="685800" y="828675"/>
            <a:ext cx="32004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Sofia"/>
              <a:buNone/>
              <a:defRPr sz="3000"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458" name="Google Shape;458;p60"/>
          <p:cNvSpPr txBox="1"/>
          <p:nvPr>
            <p:ph idx="1" type="body"/>
          </p:nvPr>
        </p:nvSpPr>
        <p:spPr>
          <a:xfrm>
            <a:off x="685800" y="2604259"/>
            <a:ext cx="3200400" cy="12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39294"/>
              </a:buClr>
              <a:buSzPts val="1400"/>
              <a:buFont typeface="Sofia"/>
              <a:buNone/>
              <a:defRPr b="0" i="1" sz="1400">
                <a:solidFill>
                  <a:srgbClr val="939294"/>
                </a:solidFill>
                <a:latin typeface="Sofia"/>
                <a:ea typeface="Sofia"/>
                <a:cs typeface="Sofia"/>
                <a:sym typeface="Sofia"/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39294"/>
              </a:buClr>
              <a:buSzPts val="1400"/>
              <a:buFont typeface="Sofia"/>
              <a:buNone/>
              <a:defRPr b="0" i="1" sz="1400">
                <a:solidFill>
                  <a:srgbClr val="939294"/>
                </a:solidFill>
                <a:latin typeface="Sofia"/>
                <a:ea typeface="Sofia"/>
                <a:cs typeface="Sofia"/>
                <a:sym typeface="Sofia"/>
              </a:defRPr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39294"/>
              </a:buClr>
              <a:buSzPts val="1400"/>
              <a:buFont typeface="Sofia"/>
              <a:buNone/>
              <a:defRPr b="0" i="1" sz="1400">
                <a:solidFill>
                  <a:srgbClr val="939294"/>
                </a:solidFill>
                <a:latin typeface="Sofia"/>
                <a:ea typeface="Sofia"/>
                <a:cs typeface="Sofia"/>
                <a:sym typeface="Sofia"/>
              </a:defRPr>
            </a:lvl3pPr>
            <a:lvl4pPr indent="-228600" lvl="3" marL="18288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39294"/>
              </a:buClr>
              <a:buSzPts val="1400"/>
              <a:buFont typeface="Sofia"/>
              <a:buNone/>
              <a:defRPr b="0" i="1" sz="1400">
                <a:solidFill>
                  <a:srgbClr val="939294"/>
                </a:solidFill>
                <a:latin typeface="Sofia"/>
                <a:ea typeface="Sofia"/>
                <a:cs typeface="Sofia"/>
                <a:sym typeface="Sofia"/>
              </a:defRPr>
            </a:lvl4pPr>
            <a:lvl5pPr indent="-228600" lvl="4" marL="22860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39294"/>
              </a:buClr>
              <a:buSzPts val="1400"/>
              <a:buFont typeface="Sofia"/>
              <a:buNone/>
              <a:defRPr b="0" i="1" sz="1400">
                <a:solidFill>
                  <a:srgbClr val="939294"/>
                </a:solidFill>
                <a:latin typeface="Sofia"/>
                <a:ea typeface="Sofia"/>
                <a:cs typeface="Sofia"/>
                <a:sym typeface="Sofia"/>
              </a:defRPr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459" name="Google Shape;459;p60"/>
          <p:cNvSpPr/>
          <p:nvPr/>
        </p:nvSpPr>
        <p:spPr>
          <a:xfrm>
            <a:off x="0" y="0"/>
            <a:ext cx="1371600" cy="5143500"/>
          </a:xfrm>
          <a:prstGeom prst="rect">
            <a:avLst/>
          </a:prstGeom>
          <a:noFill/>
          <a:ln cap="flat" cmpd="sng" w="12700">
            <a:solidFill>
              <a:srgbClr val="BAFFFA">
                <a:alpha val="0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A close up of a logo&#10;&#10;Description automatically generated" id="460" name="Google Shape;460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56" y="69053"/>
            <a:ext cx="716681" cy="298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1"/>
          <p:cNvSpPr txBox="1"/>
          <p:nvPr>
            <p:ph type="title"/>
          </p:nvPr>
        </p:nvSpPr>
        <p:spPr>
          <a:xfrm>
            <a:off x="685800" y="403865"/>
            <a:ext cx="77697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463" name="Google Shape;463;p61"/>
          <p:cNvSpPr txBox="1"/>
          <p:nvPr>
            <p:ph idx="1" type="body"/>
          </p:nvPr>
        </p:nvSpPr>
        <p:spPr>
          <a:xfrm>
            <a:off x="685800" y="1269002"/>
            <a:ext cx="7769700" cy="30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-266700" lvl="0" marL="457200" algn="l"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/>
            </a:lvl1pPr>
            <a:lvl2pPr indent="-266700" lvl="1" marL="914400" algn="l"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/>
            </a:lvl2pPr>
            <a:lvl3pPr indent="-266700" lvl="2" marL="1371600" algn="l"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/>
            </a:lvl3pPr>
            <a:lvl4pPr indent="-266700" lvl="3" marL="1828800" algn="l"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/>
            </a:lvl4pPr>
            <a:lvl5pPr indent="-266700" lvl="4" marL="2286000" algn="l"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464" name="Google Shape;464;p61"/>
          <p:cNvSpPr txBox="1"/>
          <p:nvPr>
            <p:ph idx="12" type="sldNum"/>
          </p:nvPr>
        </p:nvSpPr>
        <p:spPr>
          <a:xfrm>
            <a:off x="8455412" y="21056"/>
            <a:ext cx="111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lvetica Neue"/>
              <a:buNone/>
              <a:defRPr b="1" i="0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close up of a logo&#10;&#10;Description automatically generated" id="465" name="Google Shape;465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56" y="69053"/>
            <a:ext cx="716681" cy="298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Page 1" showMasterSp="0">
  <p:cSld name="Blank Page_1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2"/>
          <p:cNvSpPr/>
          <p:nvPr/>
        </p:nvSpPr>
        <p:spPr>
          <a:xfrm>
            <a:off x="-1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62"/>
          <p:cNvSpPr/>
          <p:nvPr/>
        </p:nvSpPr>
        <p:spPr>
          <a:xfrm rot="-394829">
            <a:off x="247412" y="196631"/>
            <a:ext cx="8562914" cy="4810407"/>
          </a:xfrm>
          <a:prstGeom prst="roundRect">
            <a:avLst>
              <a:gd fmla="val 7603" name="adj"/>
            </a:avLst>
          </a:prstGeom>
          <a:solidFill>
            <a:schemeClr val="lt1"/>
          </a:solidFill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9" name="Google Shape;469;p62"/>
          <p:cNvGrpSpPr/>
          <p:nvPr/>
        </p:nvGrpSpPr>
        <p:grpSpPr>
          <a:xfrm>
            <a:off x="805235" y="4768877"/>
            <a:ext cx="1090109" cy="102656"/>
            <a:chOff x="4946599" y="880952"/>
            <a:chExt cx="2294000" cy="216026"/>
          </a:xfrm>
        </p:grpSpPr>
        <p:grpSp>
          <p:nvGrpSpPr>
            <p:cNvPr id="470" name="Google Shape;470;p62"/>
            <p:cNvGrpSpPr/>
            <p:nvPr/>
          </p:nvGrpSpPr>
          <p:grpSpPr>
            <a:xfrm>
              <a:off x="5906719" y="961190"/>
              <a:ext cx="42519" cy="108356"/>
              <a:chOff x="5906719" y="3402939"/>
              <a:chExt cx="42519" cy="108356"/>
            </a:xfrm>
          </p:grpSpPr>
          <p:sp>
            <p:nvSpPr>
              <p:cNvPr id="471" name="Google Shape;471;p62"/>
              <p:cNvSpPr/>
              <p:nvPr/>
            </p:nvSpPr>
            <p:spPr>
              <a:xfrm>
                <a:off x="5906719" y="3402939"/>
                <a:ext cx="42519" cy="42519"/>
              </a:xfrm>
              <a:custGeom>
                <a:rect b="b" l="l" r="r" t="t"/>
                <a:pathLst>
                  <a:path extrusionOk="0" h="42519" w="42519">
                    <a:moveTo>
                      <a:pt x="42520" y="21260"/>
                    </a:moveTo>
                    <a:cubicBezTo>
                      <a:pt x="42520" y="32918"/>
                      <a:pt x="32919" y="42519"/>
                      <a:pt x="21260" y="42519"/>
                    </a:cubicBezTo>
                    <a:cubicBezTo>
                      <a:pt x="9601" y="42519"/>
                      <a:pt x="0" y="32918"/>
                      <a:pt x="0" y="21260"/>
                    </a:cubicBezTo>
                    <a:cubicBezTo>
                      <a:pt x="0" y="9601"/>
                      <a:pt x="9601" y="0"/>
                      <a:pt x="21260" y="0"/>
                    </a:cubicBezTo>
                    <a:cubicBezTo>
                      <a:pt x="32919" y="0"/>
                      <a:pt x="42520" y="9601"/>
                      <a:pt x="42520" y="2126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62"/>
              <p:cNvSpPr/>
              <p:nvPr/>
            </p:nvSpPr>
            <p:spPr>
              <a:xfrm>
                <a:off x="5906719" y="3468776"/>
                <a:ext cx="42519" cy="42519"/>
              </a:xfrm>
              <a:custGeom>
                <a:rect b="b" l="l" r="r" t="t"/>
                <a:pathLst>
                  <a:path extrusionOk="0" h="42519" w="42519">
                    <a:moveTo>
                      <a:pt x="42520" y="21260"/>
                    </a:moveTo>
                    <a:cubicBezTo>
                      <a:pt x="42520" y="32919"/>
                      <a:pt x="32919" y="42520"/>
                      <a:pt x="21260" y="42520"/>
                    </a:cubicBezTo>
                    <a:cubicBezTo>
                      <a:pt x="9601" y="42520"/>
                      <a:pt x="0" y="32919"/>
                      <a:pt x="0" y="21260"/>
                    </a:cubicBezTo>
                    <a:cubicBezTo>
                      <a:pt x="0" y="9601"/>
                      <a:pt x="9601" y="0"/>
                      <a:pt x="21260" y="0"/>
                    </a:cubicBezTo>
                    <a:cubicBezTo>
                      <a:pt x="32919" y="0"/>
                      <a:pt x="42520" y="9601"/>
                      <a:pt x="42520" y="21260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3" name="Google Shape;473;p62"/>
            <p:cNvGrpSpPr/>
            <p:nvPr/>
          </p:nvGrpSpPr>
          <p:grpSpPr>
            <a:xfrm>
              <a:off x="4946599" y="880952"/>
              <a:ext cx="2294000" cy="216026"/>
              <a:chOff x="4946599" y="3322701"/>
              <a:chExt cx="2294000" cy="216026"/>
            </a:xfrm>
          </p:grpSpPr>
          <p:sp>
            <p:nvSpPr>
              <p:cNvPr id="474" name="Google Shape;474;p62"/>
              <p:cNvSpPr/>
              <p:nvPr/>
            </p:nvSpPr>
            <p:spPr>
              <a:xfrm>
                <a:off x="4946599" y="3323386"/>
                <a:ext cx="159791" cy="213283"/>
              </a:xfrm>
              <a:custGeom>
                <a:rect b="b" l="l" r="r" t="t"/>
                <a:pathLst>
                  <a:path extrusionOk="0" h="213283" w="159791">
                    <a:moveTo>
                      <a:pt x="686" y="0"/>
                    </a:moveTo>
                    <a:lnTo>
                      <a:pt x="6858" y="0"/>
                    </a:lnTo>
                    <a:lnTo>
                      <a:pt x="159792" y="0"/>
                    </a:lnTo>
                    <a:lnTo>
                      <a:pt x="145390" y="45263"/>
                    </a:lnTo>
                    <a:lnTo>
                      <a:pt x="104242" y="45263"/>
                    </a:lnTo>
                    <a:lnTo>
                      <a:pt x="104242" y="203682"/>
                    </a:lnTo>
                    <a:lnTo>
                      <a:pt x="104242" y="213284"/>
                    </a:lnTo>
                    <a:lnTo>
                      <a:pt x="52121" y="213284"/>
                    </a:lnTo>
                    <a:cubicBezTo>
                      <a:pt x="52121" y="213284"/>
                      <a:pt x="52121" y="211912"/>
                      <a:pt x="52121" y="209855"/>
                    </a:cubicBezTo>
                    <a:lnTo>
                      <a:pt x="52121" y="45263"/>
                    </a:lnTo>
                    <a:lnTo>
                      <a:pt x="6172" y="45263"/>
                    </a:lnTo>
                    <a:lnTo>
                      <a:pt x="0" y="45263"/>
                    </a:lnTo>
                    <a:lnTo>
                      <a:pt x="6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62"/>
              <p:cNvSpPr/>
              <p:nvPr/>
            </p:nvSpPr>
            <p:spPr>
              <a:xfrm>
                <a:off x="5370423" y="3323386"/>
                <a:ext cx="162534" cy="213283"/>
              </a:xfrm>
              <a:custGeom>
                <a:rect b="b" l="l" r="r" t="t"/>
                <a:pathLst>
                  <a:path extrusionOk="0" h="213283" w="162534">
                    <a:moveTo>
                      <a:pt x="0" y="0"/>
                    </a:moveTo>
                    <a:lnTo>
                      <a:pt x="6172" y="0"/>
                    </a:lnTo>
                    <a:lnTo>
                      <a:pt x="162534" y="0"/>
                    </a:lnTo>
                    <a:lnTo>
                      <a:pt x="148133" y="45263"/>
                    </a:lnTo>
                    <a:lnTo>
                      <a:pt x="103556" y="45263"/>
                    </a:lnTo>
                    <a:lnTo>
                      <a:pt x="103556" y="203682"/>
                    </a:lnTo>
                    <a:lnTo>
                      <a:pt x="103556" y="213284"/>
                    </a:lnTo>
                    <a:lnTo>
                      <a:pt x="52121" y="213284"/>
                    </a:lnTo>
                    <a:cubicBezTo>
                      <a:pt x="52121" y="213284"/>
                      <a:pt x="52121" y="211912"/>
                      <a:pt x="52121" y="209855"/>
                    </a:cubicBezTo>
                    <a:lnTo>
                      <a:pt x="52121" y="45263"/>
                    </a:lnTo>
                    <a:lnTo>
                      <a:pt x="6172" y="45263"/>
                    </a:lnTo>
                    <a:lnTo>
                      <a:pt x="0" y="452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62"/>
              <p:cNvSpPr/>
              <p:nvPr/>
            </p:nvSpPr>
            <p:spPr>
              <a:xfrm>
                <a:off x="5115991" y="3391281"/>
                <a:ext cx="50749" cy="145389"/>
              </a:xfrm>
              <a:custGeom>
                <a:rect b="b" l="l" r="r" t="t"/>
                <a:pathLst>
                  <a:path extrusionOk="0" h="145389" w="50749">
                    <a:moveTo>
                      <a:pt x="0" y="4801"/>
                    </a:moveTo>
                    <a:lnTo>
                      <a:pt x="0" y="0"/>
                    </a:lnTo>
                    <a:lnTo>
                      <a:pt x="50749" y="0"/>
                    </a:lnTo>
                    <a:lnTo>
                      <a:pt x="50749" y="4801"/>
                    </a:lnTo>
                    <a:lnTo>
                      <a:pt x="50749" y="132359"/>
                    </a:lnTo>
                    <a:lnTo>
                      <a:pt x="50749" y="145390"/>
                    </a:lnTo>
                    <a:lnTo>
                      <a:pt x="0" y="145390"/>
                    </a:lnTo>
                    <a:lnTo>
                      <a:pt x="0" y="1378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62"/>
              <p:cNvSpPr/>
              <p:nvPr/>
            </p:nvSpPr>
            <p:spPr>
              <a:xfrm>
                <a:off x="5191429" y="3322701"/>
                <a:ext cx="169392" cy="213969"/>
              </a:xfrm>
              <a:custGeom>
                <a:rect b="b" l="l" r="r" t="t"/>
                <a:pathLst>
                  <a:path extrusionOk="0" h="213969" w="169392">
                    <a:moveTo>
                      <a:pt x="0" y="10287"/>
                    </a:moveTo>
                    <a:lnTo>
                      <a:pt x="0" y="0"/>
                    </a:lnTo>
                    <a:lnTo>
                      <a:pt x="10287" y="0"/>
                    </a:lnTo>
                    <a:lnTo>
                      <a:pt x="41834" y="0"/>
                    </a:lnTo>
                    <a:lnTo>
                      <a:pt x="50063" y="0"/>
                    </a:lnTo>
                    <a:lnTo>
                      <a:pt x="50063" y="8915"/>
                    </a:lnTo>
                    <a:lnTo>
                      <a:pt x="50063" y="99441"/>
                    </a:lnTo>
                    <a:lnTo>
                      <a:pt x="100812" y="50063"/>
                    </a:lnTo>
                    <a:lnTo>
                      <a:pt x="161849" y="50063"/>
                    </a:lnTo>
                    <a:lnTo>
                      <a:pt x="98069" y="111785"/>
                    </a:lnTo>
                    <a:lnTo>
                      <a:pt x="169392" y="213970"/>
                    </a:lnTo>
                    <a:lnTo>
                      <a:pt x="113157" y="213970"/>
                    </a:lnTo>
                    <a:lnTo>
                      <a:pt x="65837" y="143332"/>
                    </a:lnTo>
                    <a:lnTo>
                      <a:pt x="50749" y="157734"/>
                    </a:lnTo>
                    <a:lnTo>
                      <a:pt x="50749" y="213970"/>
                    </a:lnTo>
                    <a:lnTo>
                      <a:pt x="0" y="213970"/>
                    </a:lnTo>
                    <a:lnTo>
                      <a:pt x="0" y="2091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62"/>
              <p:cNvSpPr/>
              <p:nvPr/>
            </p:nvSpPr>
            <p:spPr>
              <a:xfrm>
                <a:off x="5714009" y="3322701"/>
                <a:ext cx="169392" cy="213969"/>
              </a:xfrm>
              <a:custGeom>
                <a:rect b="b" l="l" r="r" t="t"/>
                <a:pathLst>
                  <a:path extrusionOk="0" h="213969" w="169392">
                    <a:moveTo>
                      <a:pt x="0" y="10287"/>
                    </a:moveTo>
                    <a:lnTo>
                      <a:pt x="0" y="0"/>
                    </a:lnTo>
                    <a:lnTo>
                      <a:pt x="10287" y="0"/>
                    </a:lnTo>
                    <a:lnTo>
                      <a:pt x="41834" y="0"/>
                    </a:lnTo>
                    <a:lnTo>
                      <a:pt x="50064" y="0"/>
                    </a:lnTo>
                    <a:lnTo>
                      <a:pt x="50064" y="8915"/>
                    </a:lnTo>
                    <a:lnTo>
                      <a:pt x="50064" y="99441"/>
                    </a:lnTo>
                    <a:lnTo>
                      <a:pt x="101499" y="50063"/>
                    </a:lnTo>
                    <a:lnTo>
                      <a:pt x="161849" y="50063"/>
                    </a:lnTo>
                    <a:lnTo>
                      <a:pt x="98070" y="111785"/>
                    </a:lnTo>
                    <a:lnTo>
                      <a:pt x="169393" y="213970"/>
                    </a:lnTo>
                    <a:lnTo>
                      <a:pt x="113843" y="213970"/>
                    </a:lnTo>
                    <a:lnTo>
                      <a:pt x="65837" y="143332"/>
                    </a:lnTo>
                    <a:lnTo>
                      <a:pt x="50749" y="157734"/>
                    </a:lnTo>
                    <a:lnTo>
                      <a:pt x="50749" y="213970"/>
                    </a:lnTo>
                    <a:lnTo>
                      <a:pt x="0" y="213970"/>
                    </a:lnTo>
                    <a:lnTo>
                      <a:pt x="0" y="2091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62"/>
              <p:cNvSpPr/>
              <p:nvPr/>
            </p:nvSpPr>
            <p:spPr>
              <a:xfrm>
                <a:off x="5518556" y="3361791"/>
                <a:ext cx="174193" cy="172821"/>
              </a:xfrm>
              <a:custGeom>
                <a:rect b="b" l="l" r="r" t="t"/>
                <a:pathLst>
                  <a:path extrusionOk="0" h="172821" w="174193">
                    <a:moveTo>
                      <a:pt x="166650" y="53492"/>
                    </a:moveTo>
                    <a:cubicBezTo>
                      <a:pt x="161849" y="43205"/>
                      <a:pt x="155677" y="33604"/>
                      <a:pt x="148133" y="26060"/>
                    </a:cubicBezTo>
                    <a:cubicBezTo>
                      <a:pt x="140589" y="18516"/>
                      <a:pt x="130988" y="12344"/>
                      <a:pt x="120701" y="7544"/>
                    </a:cubicBezTo>
                    <a:cubicBezTo>
                      <a:pt x="120015" y="6858"/>
                      <a:pt x="118644" y="6858"/>
                      <a:pt x="117958" y="6172"/>
                    </a:cubicBezTo>
                    <a:cubicBezTo>
                      <a:pt x="117272" y="6172"/>
                      <a:pt x="117272" y="6172"/>
                      <a:pt x="116586" y="5486"/>
                    </a:cubicBezTo>
                    <a:cubicBezTo>
                      <a:pt x="115900" y="5486"/>
                      <a:pt x="115215" y="4800"/>
                      <a:pt x="114529" y="4800"/>
                    </a:cubicBezTo>
                    <a:cubicBezTo>
                      <a:pt x="113843" y="4800"/>
                      <a:pt x="113843" y="4800"/>
                      <a:pt x="113157" y="4115"/>
                    </a:cubicBezTo>
                    <a:cubicBezTo>
                      <a:pt x="112471" y="4115"/>
                      <a:pt x="112471" y="4115"/>
                      <a:pt x="111786" y="3429"/>
                    </a:cubicBezTo>
                    <a:cubicBezTo>
                      <a:pt x="111100" y="3429"/>
                      <a:pt x="110414" y="3429"/>
                      <a:pt x="110414" y="2743"/>
                    </a:cubicBezTo>
                    <a:cubicBezTo>
                      <a:pt x="110414" y="2743"/>
                      <a:pt x="109728" y="2743"/>
                      <a:pt x="109728" y="2743"/>
                    </a:cubicBezTo>
                    <a:cubicBezTo>
                      <a:pt x="106985" y="2057"/>
                      <a:pt x="104928" y="1371"/>
                      <a:pt x="102184" y="1371"/>
                    </a:cubicBezTo>
                    <a:cubicBezTo>
                      <a:pt x="102184" y="1371"/>
                      <a:pt x="102184" y="1371"/>
                      <a:pt x="102184" y="1371"/>
                    </a:cubicBezTo>
                    <a:cubicBezTo>
                      <a:pt x="101499" y="1371"/>
                      <a:pt x="100127" y="1371"/>
                      <a:pt x="99441" y="686"/>
                    </a:cubicBezTo>
                    <a:lnTo>
                      <a:pt x="99441" y="686"/>
                    </a:lnTo>
                    <a:cubicBezTo>
                      <a:pt x="97384" y="686"/>
                      <a:pt x="95326" y="0"/>
                      <a:pt x="93955" y="0"/>
                    </a:cubicBezTo>
                    <a:cubicBezTo>
                      <a:pt x="92583" y="0"/>
                      <a:pt x="91212" y="0"/>
                      <a:pt x="89840" y="0"/>
                    </a:cubicBezTo>
                    <a:cubicBezTo>
                      <a:pt x="89154" y="0"/>
                      <a:pt x="88468" y="0"/>
                      <a:pt x="87783" y="0"/>
                    </a:cubicBezTo>
                    <a:cubicBezTo>
                      <a:pt x="87097" y="0"/>
                      <a:pt x="86411" y="0"/>
                      <a:pt x="85725" y="0"/>
                    </a:cubicBezTo>
                    <a:cubicBezTo>
                      <a:pt x="84354" y="0"/>
                      <a:pt x="82296" y="0"/>
                      <a:pt x="80925" y="0"/>
                    </a:cubicBezTo>
                    <a:cubicBezTo>
                      <a:pt x="77496" y="0"/>
                      <a:pt x="74067" y="686"/>
                      <a:pt x="70638" y="1371"/>
                    </a:cubicBezTo>
                    <a:cubicBezTo>
                      <a:pt x="69952" y="1371"/>
                      <a:pt x="69266" y="1371"/>
                      <a:pt x="69266" y="1371"/>
                    </a:cubicBezTo>
                    <a:cubicBezTo>
                      <a:pt x="68580" y="1371"/>
                      <a:pt x="68580" y="1371"/>
                      <a:pt x="67894" y="1371"/>
                    </a:cubicBezTo>
                    <a:cubicBezTo>
                      <a:pt x="66523" y="1371"/>
                      <a:pt x="65837" y="2057"/>
                      <a:pt x="64465" y="2057"/>
                    </a:cubicBezTo>
                    <a:cubicBezTo>
                      <a:pt x="56922" y="4115"/>
                      <a:pt x="50064" y="6858"/>
                      <a:pt x="43891" y="10973"/>
                    </a:cubicBezTo>
                    <a:cubicBezTo>
                      <a:pt x="37719" y="14402"/>
                      <a:pt x="31547" y="19202"/>
                      <a:pt x="26061" y="24689"/>
                    </a:cubicBezTo>
                    <a:cubicBezTo>
                      <a:pt x="20574" y="30175"/>
                      <a:pt x="16459" y="35661"/>
                      <a:pt x="12345" y="41834"/>
                    </a:cubicBezTo>
                    <a:cubicBezTo>
                      <a:pt x="8916" y="48006"/>
                      <a:pt x="5487" y="54864"/>
                      <a:pt x="3429" y="62408"/>
                    </a:cubicBezTo>
                    <a:cubicBezTo>
                      <a:pt x="1372" y="69951"/>
                      <a:pt x="0" y="77495"/>
                      <a:pt x="0" y="85725"/>
                    </a:cubicBezTo>
                    <a:cubicBezTo>
                      <a:pt x="0" y="93954"/>
                      <a:pt x="1372" y="101498"/>
                      <a:pt x="3429" y="109042"/>
                    </a:cubicBezTo>
                    <a:cubicBezTo>
                      <a:pt x="5487" y="116586"/>
                      <a:pt x="8230" y="123444"/>
                      <a:pt x="12345" y="129616"/>
                    </a:cubicBezTo>
                    <a:cubicBezTo>
                      <a:pt x="15774" y="135788"/>
                      <a:pt x="20574" y="141960"/>
                      <a:pt x="26061" y="147447"/>
                    </a:cubicBezTo>
                    <a:cubicBezTo>
                      <a:pt x="31547" y="152933"/>
                      <a:pt x="37033" y="157048"/>
                      <a:pt x="43891" y="161163"/>
                    </a:cubicBezTo>
                    <a:cubicBezTo>
                      <a:pt x="50064" y="164592"/>
                      <a:pt x="57607" y="168021"/>
                      <a:pt x="64465" y="170078"/>
                    </a:cubicBezTo>
                    <a:cubicBezTo>
                      <a:pt x="65837" y="170078"/>
                      <a:pt x="67209" y="170764"/>
                      <a:pt x="67894" y="170764"/>
                    </a:cubicBezTo>
                    <a:cubicBezTo>
                      <a:pt x="68580" y="170764"/>
                      <a:pt x="68580" y="170764"/>
                      <a:pt x="69266" y="170764"/>
                    </a:cubicBezTo>
                    <a:cubicBezTo>
                      <a:pt x="69952" y="170764"/>
                      <a:pt x="70638" y="170764"/>
                      <a:pt x="72009" y="171450"/>
                    </a:cubicBezTo>
                    <a:cubicBezTo>
                      <a:pt x="72695" y="171450"/>
                      <a:pt x="72695" y="171450"/>
                      <a:pt x="73381" y="171450"/>
                    </a:cubicBezTo>
                    <a:cubicBezTo>
                      <a:pt x="74067" y="171450"/>
                      <a:pt x="74752" y="171450"/>
                      <a:pt x="76124" y="172136"/>
                    </a:cubicBezTo>
                    <a:cubicBezTo>
                      <a:pt x="76810" y="172136"/>
                      <a:pt x="76810" y="172136"/>
                      <a:pt x="77496" y="172136"/>
                    </a:cubicBezTo>
                    <a:cubicBezTo>
                      <a:pt x="78867" y="172136"/>
                      <a:pt x="80239" y="172136"/>
                      <a:pt x="81610" y="172822"/>
                    </a:cubicBezTo>
                    <a:cubicBezTo>
                      <a:pt x="82982" y="172822"/>
                      <a:pt x="85039" y="172822"/>
                      <a:pt x="86411" y="172822"/>
                    </a:cubicBezTo>
                    <a:cubicBezTo>
                      <a:pt x="87097" y="172822"/>
                      <a:pt x="87783" y="172822"/>
                      <a:pt x="87783" y="172822"/>
                    </a:cubicBezTo>
                    <a:cubicBezTo>
                      <a:pt x="88468" y="172822"/>
                      <a:pt x="89154" y="172822"/>
                      <a:pt x="89154" y="172822"/>
                    </a:cubicBezTo>
                    <a:cubicBezTo>
                      <a:pt x="91212" y="172822"/>
                      <a:pt x="92583" y="172822"/>
                      <a:pt x="93955" y="172822"/>
                    </a:cubicBezTo>
                    <a:cubicBezTo>
                      <a:pt x="95326" y="172822"/>
                      <a:pt x="97384" y="172822"/>
                      <a:pt x="98755" y="172136"/>
                    </a:cubicBezTo>
                    <a:cubicBezTo>
                      <a:pt x="99441" y="172136"/>
                      <a:pt x="100813" y="172136"/>
                      <a:pt x="101499" y="171450"/>
                    </a:cubicBezTo>
                    <a:cubicBezTo>
                      <a:pt x="102184" y="171450"/>
                      <a:pt x="102870" y="171450"/>
                      <a:pt x="102870" y="171450"/>
                    </a:cubicBezTo>
                    <a:cubicBezTo>
                      <a:pt x="103556" y="171450"/>
                      <a:pt x="104242" y="171450"/>
                      <a:pt x="104928" y="170764"/>
                    </a:cubicBezTo>
                    <a:cubicBezTo>
                      <a:pt x="105613" y="170764"/>
                      <a:pt x="105613" y="170764"/>
                      <a:pt x="106299" y="170764"/>
                    </a:cubicBezTo>
                    <a:cubicBezTo>
                      <a:pt x="107671" y="170764"/>
                      <a:pt x="108357" y="170078"/>
                      <a:pt x="109728" y="170078"/>
                    </a:cubicBezTo>
                    <a:cubicBezTo>
                      <a:pt x="117272" y="168021"/>
                      <a:pt x="124130" y="165278"/>
                      <a:pt x="130302" y="161163"/>
                    </a:cubicBezTo>
                    <a:cubicBezTo>
                      <a:pt x="136474" y="157734"/>
                      <a:pt x="142647" y="152933"/>
                      <a:pt x="148133" y="147447"/>
                    </a:cubicBezTo>
                    <a:cubicBezTo>
                      <a:pt x="153619" y="141960"/>
                      <a:pt x="157734" y="136474"/>
                      <a:pt x="161849" y="129616"/>
                    </a:cubicBezTo>
                    <a:cubicBezTo>
                      <a:pt x="165964" y="122758"/>
                      <a:pt x="168707" y="115900"/>
                      <a:pt x="170764" y="109042"/>
                    </a:cubicBezTo>
                    <a:cubicBezTo>
                      <a:pt x="172822" y="101498"/>
                      <a:pt x="174193" y="93954"/>
                      <a:pt x="174193" y="85725"/>
                    </a:cubicBezTo>
                    <a:cubicBezTo>
                      <a:pt x="173508" y="75438"/>
                      <a:pt x="171450" y="63779"/>
                      <a:pt x="166650" y="53492"/>
                    </a:cubicBezTo>
                    <a:moveTo>
                      <a:pt x="126873" y="99441"/>
                    </a:moveTo>
                    <a:cubicBezTo>
                      <a:pt x="126187" y="102870"/>
                      <a:pt x="124130" y="106299"/>
                      <a:pt x="122758" y="109728"/>
                    </a:cubicBezTo>
                    <a:cubicBezTo>
                      <a:pt x="120701" y="113157"/>
                      <a:pt x="118644" y="115900"/>
                      <a:pt x="115900" y="117957"/>
                    </a:cubicBezTo>
                    <a:cubicBezTo>
                      <a:pt x="113157" y="120701"/>
                      <a:pt x="110414" y="122758"/>
                      <a:pt x="107671" y="124815"/>
                    </a:cubicBezTo>
                    <a:cubicBezTo>
                      <a:pt x="104242" y="126873"/>
                      <a:pt x="101499" y="128244"/>
                      <a:pt x="97384" y="128930"/>
                    </a:cubicBezTo>
                    <a:cubicBezTo>
                      <a:pt x="93955" y="129616"/>
                      <a:pt x="91212" y="130302"/>
                      <a:pt x="87783" y="130302"/>
                    </a:cubicBezTo>
                    <a:cubicBezTo>
                      <a:pt x="87783" y="130302"/>
                      <a:pt x="88468" y="130302"/>
                      <a:pt x="88468" y="130302"/>
                    </a:cubicBezTo>
                    <a:cubicBezTo>
                      <a:pt x="87783" y="130302"/>
                      <a:pt x="87783" y="130302"/>
                      <a:pt x="87097" y="130302"/>
                    </a:cubicBezTo>
                    <a:cubicBezTo>
                      <a:pt x="87097" y="130302"/>
                      <a:pt x="86411" y="130302"/>
                      <a:pt x="86411" y="130302"/>
                    </a:cubicBezTo>
                    <a:cubicBezTo>
                      <a:pt x="86411" y="130302"/>
                      <a:pt x="86411" y="130302"/>
                      <a:pt x="85725" y="130302"/>
                    </a:cubicBezTo>
                    <a:cubicBezTo>
                      <a:pt x="83668" y="130302"/>
                      <a:pt x="80925" y="130302"/>
                      <a:pt x="78867" y="129616"/>
                    </a:cubicBezTo>
                    <a:cubicBezTo>
                      <a:pt x="77496" y="129616"/>
                      <a:pt x="76124" y="128930"/>
                      <a:pt x="74752" y="128930"/>
                    </a:cubicBezTo>
                    <a:cubicBezTo>
                      <a:pt x="71323" y="128244"/>
                      <a:pt x="67894" y="126873"/>
                      <a:pt x="64465" y="124815"/>
                    </a:cubicBezTo>
                    <a:cubicBezTo>
                      <a:pt x="61036" y="122758"/>
                      <a:pt x="58293" y="120701"/>
                      <a:pt x="56236" y="117957"/>
                    </a:cubicBezTo>
                    <a:cubicBezTo>
                      <a:pt x="53493" y="115214"/>
                      <a:pt x="51435" y="112471"/>
                      <a:pt x="49378" y="109728"/>
                    </a:cubicBezTo>
                    <a:cubicBezTo>
                      <a:pt x="47320" y="106985"/>
                      <a:pt x="45949" y="103556"/>
                      <a:pt x="45263" y="99441"/>
                    </a:cubicBezTo>
                    <a:cubicBezTo>
                      <a:pt x="44577" y="96012"/>
                      <a:pt x="43891" y="91897"/>
                      <a:pt x="43891" y="87782"/>
                    </a:cubicBezTo>
                    <a:cubicBezTo>
                      <a:pt x="43891" y="83667"/>
                      <a:pt x="44577" y="80238"/>
                      <a:pt x="45263" y="76124"/>
                    </a:cubicBezTo>
                    <a:cubicBezTo>
                      <a:pt x="45949" y="72695"/>
                      <a:pt x="48006" y="69266"/>
                      <a:pt x="49378" y="65837"/>
                    </a:cubicBezTo>
                    <a:cubicBezTo>
                      <a:pt x="51435" y="62408"/>
                      <a:pt x="53493" y="59664"/>
                      <a:pt x="56236" y="57607"/>
                    </a:cubicBezTo>
                    <a:cubicBezTo>
                      <a:pt x="58979" y="54864"/>
                      <a:pt x="61722" y="52806"/>
                      <a:pt x="64465" y="50749"/>
                    </a:cubicBezTo>
                    <a:cubicBezTo>
                      <a:pt x="67894" y="48692"/>
                      <a:pt x="71323" y="47320"/>
                      <a:pt x="74752" y="46634"/>
                    </a:cubicBezTo>
                    <a:cubicBezTo>
                      <a:pt x="76124" y="45948"/>
                      <a:pt x="77496" y="45948"/>
                      <a:pt x="79553" y="45948"/>
                    </a:cubicBezTo>
                    <a:cubicBezTo>
                      <a:pt x="81610" y="45263"/>
                      <a:pt x="84354" y="45263"/>
                      <a:pt x="86411" y="45263"/>
                    </a:cubicBezTo>
                    <a:cubicBezTo>
                      <a:pt x="86411" y="45263"/>
                      <a:pt x="87097" y="45263"/>
                      <a:pt x="87097" y="45263"/>
                    </a:cubicBezTo>
                    <a:cubicBezTo>
                      <a:pt x="87097" y="45263"/>
                      <a:pt x="87097" y="45263"/>
                      <a:pt x="87783" y="45263"/>
                    </a:cubicBezTo>
                    <a:cubicBezTo>
                      <a:pt x="88468" y="45263"/>
                      <a:pt x="88468" y="45263"/>
                      <a:pt x="89154" y="45263"/>
                    </a:cubicBezTo>
                    <a:cubicBezTo>
                      <a:pt x="89154" y="45263"/>
                      <a:pt x="89154" y="45263"/>
                      <a:pt x="88468" y="45263"/>
                    </a:cubicBezTo>
                    <a:cubicBezTo>
                      <a:pt x="93955" y="45263"/>
                      <a:pt x="98755" y="46634"/>
                      <a:pt x="102870" y="48692"/>
                    </a:cubicBezTo>
                    <a:cubicBezTo>
                      <a:pt x="107671" y="50749"/>
                      <a:pt x="112471" y="54178"/>
                      <a:pt x="116586" y="57607"/>
                    </a:cubicBezTo>
                    <a:cubicBezTo>
                      <a:pt x="120701" y="61722"/>
                      <a:pt x="123444" y="65837"/>
                      <a:pt x="125502" y="71323"/>
                    </a:cubicBezTo>
                    <a:cubicBezTo>
                      <a:pt x="127559" y="76124"/>
                      <a:pt x="128931" y="82296"/>
                      <a:pt x="128931" y="87782"/>
                    </a:cubicBezTo>
                    <a:cubicBezTo>
                      <a:pt x="128931" y="91897"/>
                      <a:pt x="128245" y="95326"/>
                      <a:pt x="126873" y="994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62"/>
              <p:cNvSpPr/>
              <p:nvPr/>
            </p:nvSpPr>
            <p:spPr>
              <a:xfrm>
                <a:off x="5115991" y="3323386"/>
                <a:ext cx="50749" cy="50749"/>
              </a:xfrm>
              <a:custGeom>
                <a:rect b="b" l="l" r="r" t="t"/>
                <a:pathLst>
                  <a:path extrusionOk="0" h="50749" w="50749">
                    <a:moveTo>
                      <a:pt x="50749" y="25374"/>
                    </a:moveTo>
                    <a:cubicBezTo>
                      <a:pt x="50749" y="39776"/>
                      <a:pt x="39090" y="50749"/>
                      <a:pt x="25374" y="50749"/>
                    </a:cubicBezTo>
                    <a:cubicBezTo>
                      <a:pt x="10973" y="50749"/>
                      <a:pt x="0" y="39090"/>
                      <a:pt x="0" y="25374"/>
                    </a:cubicBezTo>
                    <a:cubicBezTo>
                      <a:pt x="0" y="10973"/>
                      <a:pt x="11658" y="0"/>
                      <a:pt x="25374" y="0"/>
                    </a:cubicBezTo>
                    <a:cubicBezTo>
                      <a:pt x="39776" y="0"/>
                      <a:pt x="50749" y="11658"/>
                      <a:pt x="50749" y="253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62"/>
              <p:cNvSpPr/>
              <p:nvPr/>
            </p:nvSpPr>
            <p:spPr>
              <a:xfrm>
                <a:off x="5998616" y="3374136"/>
                <a:ext cx="100126" cy="161848"/>
              </a:xfrm>
              <a:custGeom>
                <a:rect b="b" l="l" r="r" t="t"/>
                <a:pathLst>
                  <a:path extrusionOk="0" h="161848" w="100126">
                    <a:moveTo>
                      <a:pt x="32919" y="28804"/>
                    </a:moveTo>
                    <a:lnTo>
                      <a:pt x="32919" y="67894"/>
                    </a:lnTo>
                    <a:lnTo>
                      <a:pt x="86411" y="67894"/>
                    </a:lnTo>
                    <a:lnTo>
                      <a:pt x="86411" y="96698"/>
                    </a:lnTo>
                    <a:lnTo>
                      <a:pt x="32919" y="96698"/>
                    </a:lnTo>
                    <a:lnTo>
                      <a:pt x="32919" y="161849"/>
                    </a:lnTo>
                    <a:lnTo>
                      <a:pt x="0" y="161849"/>
                    </a:lnTo>
                    <a:lnTo>
                      <a:pt x="0" y="0"/>
                    </a:lnTo>
                    <a:lnTo>
                      <a:pt x="100127" y="0"/>
                    </a:lnTo>
                    <a:lnTo>
                      <a:pt x="100127" y="2880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62"/>
              <p:cNvSpPr/>
              <p:nvPr/>
            </p:nvSpPr>
            <p:spPr>
              <a:xfrm>
                <a:off x="6099429" y="3423513"/>
                <a:ext cx="117957" cy="114528"/>
              </a:xfrm>
              <a:custGeom>
                <a:rect b="b" l="l" r="r" t="t"/>
                <a:pathLst>
                  <a:path extrusionOk="0" h="114528" w="117957">
                    <a:moveTo>
                      <a:pt x="0" y="57607"/>
                    </a:moveTo>
                    <a:cubicBezTo>
                      <a:pt x="0" y="22631"/>
                      <a:pt x="27432" y="0"/>
                      <a:pt x="58979" y="0"/>
                    </a:cubicBezTo>
                    <a:cubicBezTo>
                      <a:pt x="90526" y="0"/>
                      <a:pt x="117958" y="22631"/>
                      <a:pt x="117958" y="57607"/>
                    </a:cubicBezTo>
                    <a:cubicBezTo>
                      <a:pt x="117958" y="91897"/>
                      <a:pt x="90526" y="114529"/>
                      <a:pt x="58979" y="114529"/>
                    </a:cubicBezTo>
                    <a:cubicBezTo>
                      <a:pt x="27432" y="114529"/>
                      <a:pt x="0" y="91897"/>
                      <a:pt x="0" y="57607"/>
                    </a:cubicBezTo>
                    <a:moveTo>
                      <a:pt x="86411" y="57607"/>
                    </a:moveTo>
                    <a:cubicBezTo>
                      <a:pt x="86411" y="40462"/>
                      <a:pt x="74066" y="28803"/>
                      <a:pt x="58979" y="28803"/>
                    </a:cubicBezTo>
                    <a:cubicBezTo>
                      <a:pt x="43891" y="28803"/>
                      <a:pt x="31547" y="40462"/>
                      <a:pt x="31547" y="57607"/>
                    </a:cubicBezTo>
                    <a:cubicBezTo>
                      <a:pt x="31547" y="74752"/>
                      <a:pt x="43891" y="85725"/>
                      <a:pt x="58979" y="85725"/>
                    </a:cubicBezTo>
                    <a:cubicBezTo>
                      <a:pt x="74066" y="85725"/>
                      <a:pt x="86411" y="74066"/>
                      <a:pt x="86411" y="5760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62"/>
              <p:cNvSpPr/>
              <p:nvPr/>
            </p:nvSpPr>
            <p:spPr>
              <a:xfrm>
                <a:off x="6235217" y="3423513"/>
                <a:ext cx="80238" cy="112470"/>
              </a:xfrm>
              <a:custGeom>
                <a:rect b="b" l="l" r="r" t="t"/>
                <a:pathLst>
                  <a:path extrusionOk="0" h="112470" w="80238">
                    <a:moveTo>
                      <a:pt x="80239" y="3429"/>
                    </a:moveTo>
                    <a:lnTo>
                      <a:pt x="73381" y="32918"/>
                    </a:lnTo>
                    <a:cubicBezTo>
                      <a:pt x="66523" y="29489"/>
                      <a:pt x="61722" y="28803"/>
                      <a:pt x="57607" y="28803"/>
                    </a:cubicBezTo>
                    <a:cubicBezTo>
                      <a:pt x="41834" y="28803"/>
                      <a:pt x="30861" y="43205"/>
                      <a:pt x="30861" y="74752"/>
                    </a:cubicBezTo>
                    <a:lnTo>
                      <a:pt x="30861" y="112471"/>
                    </a:lnTo>
                    <a:lnTo>
                      <a:pt x="0" y="112471"/>
                    </a:lnTo>
                    <a:lnTo>
                      <a:pt x="0" y="2743"/>
                    </a:lnTo>
                    <a:lnTo>
                      <a:pt x="30861" y="2743"/>
                    </a:lnTo>
                    <a:lnTo>
                      <a:pt x="30861" y="26060"/>
                    </a:lnTo>
                    <a:cubicBezTo>
                      <a:pt x="37033" y="7544"/>
                      <a:pt x="49378" y="0"/>
                      <a:pt x="63094" y="0"/>
                    </a:cubicBezTo>
                    <a:cubicBezTo>
                      <a:pt x="69266" y="0"/>
                      <a:pt x="75438" y="686"/>
                      <a:pt x="80239" y="34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62"/>
              <p:cNvSpPr/>
              <p:nvPr/>
            </p:nvSpPr>
            <p:spPr>
              <a:xfrm>
                <a:off x="6366205" y="3374136"/>
                <a:ext cx="120015" cy="161848"/>
              </a:xfrm>
              <a:custGeom>
                <a:rect b="b" l="l" r="r" t="t"/>
                <a:pathLst>
                  <a:path extrusionOk="0" h="161848" w="120015">
                    <a:moveTo>
                      <a:pt x="120015" y="115214"/>
                    </a:moveTo>
                    <a:cubicBezTo>
                      <a:pt x="120015" y="137846"/>
                      <a:pt x="104927" y="161849"/>
                      <a:pt x="69266" y="161849"/>
                    </a:cubicBezTo>
                    <a:lnTo>
                      <a:pt x="0" y="161849"/>
                    </a:lnTo>
                    <a:lnTo>
                      <a:pt x="0" y="0"/>
                    </a:lnTo>
                    <a:lnTo>
                      <a:pt x="64465" y="0"/>
                    </a:lnTo>
                    <a:cubicBezTo>
                      <a:pt x="93269" y="0"/>
                      <a:pt x="111785" y="17145"/>
                      <a:pt x="111785" y="41834"/>
                    </a:cubicBezTo>
                    <a:cubicBezTo>
                      <a:pt x="111785" y="53492"/>
                      <a:pt x="106985" y="69952"/>
                      <a:pt x="89154" y="75438"/>
                    </a:cubicBezTo>
                    <a:cubicBezTo>
                      <a:pt x="109728" y="78867"/>
                      <a:pt x="120015" y="97384"/>
                      <a:pt x="120015" y="115214"/>
                    </a:cubicBezTo>
                    <a:moveTo>
                      <a:pt x="32232" y="28804"/>
                    </a:moveTo>
                    <a:lnTo>
                      <a:pt x="32232" y="64465"/>
                    </a:lnTo>
                    <a:lnTo>
                      <a:pt x="61722" y="64465"/>
                    </a:lnTo>
                    <a:cubicBezTo>
                      <a:pt x="72009" y="64465"/>
                      <a:pt x="78181" y="57607"/>
                      <a:pt x="78181" y="46634"/>
                    </a:cubicBezTo>
                    <a:cubicBezTo>
                      <a:pt x="78181" y="37033"/>
                      <a:pt x="72695" y="28804"/>
                      <a:pt x="61722" y="28804"/>
                    </a:cubicBezTo>
                    <a:lnTo>
                      <a:pt x="32232" y="28804"/>
                    </a:lnTo>
                    <a:close/>
                    <a:moveTo>
                      <a:pt x="87096" y="112471"/>
                    </a:moveTo>
                    <a:cubicBezTo>
                      <a:pt x="87096" y="102184"/>
                      <a:pt x="80238" y="91897"/>
                      <a:pt x="64465" y="91897"/>
                    </a:cubicBezTo>
                    <a:lnTo>
                      <a:pt x="32232" y="91897"/>
                    </a:lnTo>
                    <a:lnTo>
                      <a:pt x="32232" y="133045"/>
                    </a:lnTo>
                    <a:lnTo>
                      <a:pt x="63779" y="133045"/>
                    </a:lnTo>
                    <a:cubicBezTo>
                      <a:pt x="79553" y="133045"/>
                      <a:pt x="87096" y="122758"/>
                      <a:pt x="87096" y="11247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62"/>
              <p:cNvSpPr/>
              <p:nvPr/>
            </p:nvSpPr>
            <p:spPr>
              <a:xfrm>
                <a:off x="6504028" y="3426256"/>
                <a:ext cx="107007" cy="112471"/>
              </a:xfrm>
              <a:custGeom>
                <a:rect b="b" l="l" r="r" t="t"/>
                <a:pathLst>
                  <a:path extrusionOk="0" h="112471" w="107007">
                    <a:moveTo>
                      <a:pt x="107007" y="0"/>
                    </a:moveTo>
                    <a:lnTo>
                      <a:pt x="107007" y="109728"/>
                    </a:lnTo>
                    <a:lnTo>
                      <a:pt x="76146" y="109728"/>
                    </a:lnTo>
                    <a:lnTo>
                      <a:pt x="76146" y="91897"/>
                    </a:lnTo>
                    <a:cubicBezTo>
                      <a:pt x="71346" y="106299"/>
                      <a:pt x="54201" y="112471"/>
                      <a:pt x="43228" y="112471"/>
                    </a:cubicBezTo>
                    <a:cubicBezTo>
                      <a:pt x="14424" y="112471"/>
                      <a:pt x="-663" y="93269"/>
                      <a:pt x="22" y="60350"/>
                    </a:cubicBezTo>
                    <a:lnTo>
                      <a:pt x="22" y="0"/>
                    </a:lnTo>
                    <a:lnTo>
                      <a:pt x="30883" y="0"/>
                    </a:lnTo>
                    <a:lnTo>
                      <a:pt x="30883" y="56921"/>
                    </a:lnTo>
                    <a:cubicBezTo>
                      <a:pt x="30883" y="74066"/>
                      <a:pt x="41170" y="81610"/>
                      <a:pt x="51457" y="81610"/>
                    </a:cubicBezTo>
                    <a:cubicBezTo>
                      <a:pt x="62430" y="81610"/>
                      <a:pt x="76146" y="75438"/>
                      <a:pt x="76146" y="56235"/>
                    </a:cubicBezTo>
                    <a:lnTo>
                      <a:pt x="76146" y="0"/>
                    </a:lnTo>
                    <a:lnTo>
                      <a:pt x="1070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62"/>
              <p:cNvSpPr/>
              <p:nvPr/>
            </p:nvSpPr>
            <p:spPr>
              <a:xfrm>
                <a:off x="6629552" y="3422827"/>
                <a:ext cx="91211" cy="114554"/>
              </a:xfrm>
              <a:custGeom>
                <a:rect b="b" l="l" r="r" t="t"/>
                <a:pathLst>
                  <a:path extrusionOk="0" h="114554" w="91211">
                    <a:moveTo>
                      <a:pt x="0" y="77495"/>
                    </a:moveTo>
                    <a:lnTo>
                      <a:pt x="28804" y="77495"/>
                    </a:lnTo>
                    <a:cubicBezTo>
                      <a:pt x="28804" y="83667"/>
                      <a:pt x="34290" y="90525"/>
                      <a:pt x="45263" y="90525"/>
                    </a:cubicBezTo>
                    <a:cubicBezTo>
                      <a:pt x="54178" y="90525"/>
                      <a:pt x="61036" y="87096"/>
                      <a:pt x="61036" y="80238"/>
                    </a:cubicBezTo>
                    <a:cubicBezTo>
                      <a:pt x="61036" y="75438"/>
                      <a:pt x="57607" y="73380"/>
                      <a:pt x="49378" y="71323"/>
                    </a:cubicBezTo>
                    <a:lnTo>
                      <a:pt x="34976" y="67894"/>
                    </a:lnTo>
                    <a:cubicBezTo>
                      <a:pt x="6858" y="60350"/>
                      <a:pt x="2743" y="44577"/>
                      <a:pt x="2743" y="32918"/>
                    </a:cubicBezTo>
                    <a:cubicBezTo>
                      <a:pt x="2743" y="15773"/>
                      <a:pt x="20574" y="0"/>
                      <a:pt x="45949" y="0"/>
                    </a:cubicBezTo>
                    <a:cubicBezTo>
                      <a:pt x="65837" y="0"/>
                      <a:pt x="89154" y="9601"/>
                      <a:pt x="89154" y="35661"/>
                    </a:cubicBezTo>
                    <a:lnTo>
                      <a:pt x="59665" y="35661"/>
                    </a:lnTo>
                    <a:cubicBezTo>
                      <a:pt x="59665" y="28118"/>
                      <a:pt x="53492" y="24689"/>
                      <a:pt x="45949" y="24689"/>
                    </a:cubicBezTo>
                    <a:cubicBezTo>
                      <a:pt x="39091" y="24689"/>
                      <a:pt x="32918" y="28118"/>
                      <a:pt x="32918" y="33604"/>
                    </a:cubicBezTo>
                    <a:cubicBezTo>
                      <a:pt x="32918" y="39090"/>
                      <a:pt x="37719" y="41148"/>
                      <a:pt x="43891" y="43205"/>
                    </a:cubicBezTo>
                    <a:lnTo>
                      <a:pt x="61722" y="48006"/>
                    </a:lnTo>
                    <a:cubicBezTo>
                      <a:pt x="87782" y="54864"/>
                      <a:pt x="91211" y="71323"/>
                      <a:pt x="91211" y="80238"/>
                    </a:cubicBezTo>
                    <a:cubicBezTo>
                      <a:pt x="91211" y="103556"/>
                      <a:pt x="67894" y="114528"/>
                      <a:pt x="45263" y="114528"/>
                    </a:cubicBezTo>
                    <a:cubicBezTo>
                      <a:pt x="21946" y="115215"/>
                      <a:pt x="0" y="102184"/>
                      <a:pt x="0" y="774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62"/>
              <p:cNvSpPr/>
              <p:nvPr/>
            </p:nvSpPr>
            <p:spPr>
              <a:xfrm>
                <a:off x="6735165" y="3370021"/>
                <a:ext cx="38404" cy="165963"/>
              </a:xfrm>
              <a:custGeom>
                <a:rect b="b" l="l" r="r" t="t"/>
                <a:pathLst>
                  <a:path extrusionOk="0" h="165963" w="38404">
                    <a:moveTo>
                      <a:pt x="0" y="18517"/>
                    </a:moveTo>
                    <a:cubicBezTo>
                      <a:pt x="0" y="8230"/>
                      <a:pt x="8915" y="0"/>
                      <a:pt x="19202" y="0"/>
                    </a:cubicBezTo>
                    <a:cubicBezTo>
                      <a:pt x="30175" y="0"/>
                      <a:pt x="38405" y="8230"/>
                      <a:pt x="38405" y="18517"/>
                    </a:cubicBezTo>
                    <a:cubicBezTo>
                      <a:pt x="38405" y="28804"/>
                      <a:pt x="29489" y="37033"/>
                      <a:pt x="19202" y="37033"/>
                    </a:cubicBezTo>
                    <a:cubicBezTo>
                      <a:pt x="8915" y="37033"/>
                      <a:pt x="0" y="28804"/>
                      <a:pt x="0" y="18517"/>
                    </a:cubicBezTo>
                    <a:moveTo>
                      <a:pt x="4115" y="56236"/>
                    </a:moveTo>
                    <a:lnTo>
                      <a:pt x="34976" y="56236"/>
                    </a:lnTo>
                    <a:lnTo>
                      <a:pt x="34976" y="165963"/>
                    </a:lnTo>
                    <a:lnTo>
                      <a:pt x="4115" y="165963"/>
                    </a:lnTo>
                    <a:lnTo>
                      <a:pt x="4115" y="562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62"/>
              <p:cNvSpPr/>
              <p:nvPr/>
            </p:nvSpPr>
            <p:spPr>
              <a:xfrm>
                <a:off x="6795516" y="3423513"/>
                <a:ext cx="106984" cy="112470"/>
              </a:xfrm>
              <a:custGeom>
                <a:rect b="b" l="l" r="r" t="t"/>
                <a:pathLst>
                  <a:path extrusionOk="0" h="112470" w="106984">
                    <a:moveTo>
                      <a:pt x="106985" y="52121"/>
                    </a:moveTo>
                    <a:lnTo>
                      <a:pt x="106985" y="112471"/>
                    </a:lnTo>
                    <a:lnTo>
                      <a:pt x="76124" y="112471"/>
                    </a:lnTo>
                    <a:lnTo>
                      <a:pt x="76124" y="55550"/>
                    </a:lnTo>
                    <a:cubicBezTo>
                      <a:pt x="76124" y="38405"/>
                      <a:pt x="65837" y="30175"/>
                      <a:pt x="55550" y="30175"/>
                    </a:cubicBezTo>
                    <a:cubicBezTo>
                      <a:pt x="44577" y="30175"/>
                      <a:pt x="30861" y="36347"/>
                      <a:pt x="30861" y="56235"/>
                    </a:cubicBezTo>
                    <a:lnTo>
                      <a:pt x="30861" y="112471"/>
                    </a:lnTo>
                    <a:lnTo>
                      <a:pt x="0" y="112471"/>
                    </a:lnTo>
                    <a:lnTo>
                      <a:pt x="0" y="2743"/>
                    </a:lnTo>
                    <a:lnTo>
                      <a:pt x="30861" y="2743"/>
                    </a:lnTo>
                    <a:lnTo>
                      <a:pt x="30861" y="21260"/>
                    </a:lnTo>
                    <a:cubicBezTo>
                      <a:pt x="35662" y="6172"/>
                      <a:pt x="52807" y="0"/>
                      <a:pt x="63779" y="0"/>
                    </a:cubicBezTo>
                    <a:cubicBezTo>
                      <a:pt x="91897" y="0"/>
                      <a:pt x="106985" y="19202"/>
                      <a:pt x="106985" y="521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62"/>
              <p:cNvSpPr/>
              <p:nvPr/>
            </p:nvSpPr>
            <p:spPr>
              <a:xfrm>
                <a:off x="6918960" y="3422827"/>
                <a:ext cx="115728" cy="114528"/>
              </a:xfrm>
              <a:custGeom>
                <a:rect b="b" l="l" r="r" t="t"/>
                <a:pathLst>
                  <a:path extrusionOk="0" h="114528" w="115728">
                    <a:moveTo>
                      <a:pt x="115214" y="67894"/>
                    </a:moveTo>
                    <a:lnTo>
                      <a:pt x="32233" y="67894"/>
                    </a:lnTo>
                    <a:cubicBezTo>
                      <a:pt x="35662" y="80238"/>
                      <a:pt x="45949" y="87782"/>
                      <a:pt x="60350" y="87782"/>
                    </a:cubicBezTo>
                    <a:cubicBezTo>
                      <a:pt x="71323" y="87782"/>
                      <a:pt x="82296" y="82982"/>
                      <a:pt x="89154" y="75438"/>
                    </a:cubicBezTo>
                    <a:lnTo>
                      <a:pt x="106985" y="93269"/>
                    </a:lnTo>
                    <a:cubicBezTo>
                      <a:pt x="96698" y="106985"/>
                      <a:pt x="77495" y="114528"/>
                      <a:pt x="58293" y="114528"/>
                    </a:cubicBezTo>
                    <a:cubicBezTo>
                      <a:pt x="24689" y="114528"/>
                      <a:pt x="0" y="91212"/>
                      <a:pt x="0" y="57607"/>
                    </a:cubicBezTo>
                    <a:cubicBezTo>
                      <a:pt x="0" y="21945"/>
                      <a:pt x="26746" y="0"/>
                      <a:pt x="58293" y="0"/>
                    </a:cubicBezTo>
                    <a:cubicBezTo>
                      <a:pt x="89840" y="0"/>
                      <a:pt x="115214" y="21945"/>
                      <a:pt x="115214" y="55550"/>
                    </a:cubicBezTo>
                    <a:cubicBezTo>
                      <a:pt x="115900" y="59664"/>
                      <a:pt x="115900" y="63093"/>
                      <a:pt x="115214" y="67894"/>
                    </a:cubicBezTo>
                    <a:moveTo>
                      <a:pt x="85039" y="48006"/>
                    </a:moveTo>
                    <a:cubicBezTo>
                      <a:pt x="84353" y="34976"/>
                      <a:pt x="73381" y="27432"/>
                      <a:pt x="59665" y="27432"/>
                    </a:cubicBezTo>
                    <a:cubicBezTo>
                      <a:pt x="47320" y="27432"/>
                      <a:pt x="36347" y="33604"/>
                      <a:pt x="32918" y="48006"/>
                    </a:cubicBezTo>
                    <a:lnTo>
                      <a:pt x="85039" y="480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62"/>
              <p:cNvSpPr/>
              <p:nvPr/>
            </p:nvSpPr>
            <p:spPr>
              <a:xfrm>
                <a:off x="7045833" y="3422827"/>
                <a:ext cx="91211" cy="114554"/>
              </a:xfrm>
              <a:custGeom>
                <a:rect b="b" l="l" r="r" t="t"/>
                <a:pathLst>
                  <a:path extrusionOk="0" h="114554" w="91211">
                    <a:moveTo>
                      <a:pt x="0" y="77495"/>
                    </a:moveTo>
                    <a:lnTo>
                      <a:pt x="28804" y="77495"/>
                    </a:lnTo>
                    <a:cubicBezTo>
                      <a:pt x="28804" y="83667"/>
                      <a:pt x="34290" y="90525"/>
                      <a:pt x="45263" y="90525"/>
                    </a:cubicBezTo>
                    <a:cubicBezTo>
                      <a:pt x="54178" y="90525"/>
                      <a:pt x="61036" y="87096"/>
                      <a:pt x="61036" y="80238"/>
                    </a:cubicBezTo>
                    <a:cubicBezTo>
                      <a:pt x="61036" y="75438"/>
                      <a:pt x="57607" y="73380"/>
                      <a:pt x="49378" y="71323"/>
                    </a:cubicBezTo>
                    <a:lnTo>
                      <a:pt x="34976" y="67894"/>
                    </a:lnTo>
                    <a:cubicBezTo>
                      <a:pt x="6858" y="60350"/>
                      <a:pt x="2743" y="44577"/>
                      <a:pt x="2743" y="32918"/>
                    </a:cubicBezTo>
                    <a:cubicBezTo>
                      <a:pt x="2743" y="15773"/>
                      <a:pt x="20574" y="0"/>
                      <a:pt x="45949" y="0"/>
                    </a:cubicBezTo>
                    <a:cubicBezTo>
                      <a:pt x="65837" y="0"/>
                      <a:pt x="89154" y="9601"/>
                      <a:pt x="89154" y="35661"/>
                    </a:cubicBezTo>
                    <a:lnTo>
                      <a:pt x="59665" y="35661"/>
                    </a:lnTo>
                    <a:cubicBezTo>
                      <a:pt x="59665" y="28118"/>
                      <a:pt x="53492" y="24689"/>
                      <a:pt x="45949" y="24689"/>
                    </a:cubicBezTo>
                    <a:cubicBezTo>
                      <a:pt x="39091" y="24689"/>
                      <a:pt x="32918" y="28118"/>
                      <a:pt x="32918" y="33604"/>
                    </a:cubicBezTo>
                    <a:cubicBezTo>
                      <a:pt x="32918" y="39090"/>
                      <a:pt x="37719" y="41148"/>
                      <a:pt x="43891" y="43205"/>
                    </a:cubicBezTo>
                    <a:lnTo>
                      <a:pt x="61722" y="48006"/>
                    </a:lnTo>
                    <a:cubicBezTo>
                      <a:pt x="87782" y="54864"/>
                      <a:pt x="91211" y="71323"/>
                      <a:pt x="91211" y="80238"/>
                    </a:cubicBezTo>
                    <a:cubicBezTo>
                      <a:pt x="91211" y="103556"/>
                      <a:pt x="67894" y="114528"/>
                      <a:pt x="45263" y="114528"/>
                    </a:cubicBezTo>
                    <a:cubicBezTo>
                      <a:pt x="22631" y="115215"/>
                      <a:pt x="0" y="102184"/>
                      <a:pt x="0" y="774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62"/>
              <p:cNvSpPr/>
              <p:nvPr/>
            </p:nvSpPr>
            <p:spPr>
              <a:xfrm>
                <a:off x="7149388" y="3422827"/>
                <a:ext cx="91211" cy="114554"/>
              </a:xfrm>
              <a:custGeom>
                <a:rect b="b" l="l" r="r" t="t"/>
                <a:pathLst>
                  <a:path extrusionOk="0" h="114554" w="91211">
                    <a:moveTo>
                      <a:pt x="0" y="77495"/>
                    </a:moveTo>
                    <a:lnTo>
                      <a:pt x="28804" y="77495"/>
                    </a:lnTo>
                    <a:cubicBezTo>
                      <a:pt x="28804" y="83667"/>
                      <a:pt x="34290" y="90525"/>
                      <a:pt x="45263" y="90525"/>
                    </a:cubicBezTo>
                    <a:cubicBezTo>
                      <a:pt x="54178" y="90525"/>
                      <a:pt x="61036" y="87096"/>
                      <a:pt x="61036" y="80238"/>
                    </a:cubicBezTo>
                    <a:cubicBezTo>
                      <a:pt x="61036" y="75438"/>
                      <a:pt x="57607" y="73380"/>
                      <a:pt x="49378" y="71323"/>
                    </a:cubicBezTo>
                    <a:lnTo>
                      <a:pt x="34976" y="67894"/>
                    </a:lnTo>
                    <a:cubicBezTo>
                      <a:pt x="6858" y="60350"/>
                      <a:pt x="2743" y="44577"/>
                      <a:pt x="2743" y="32918"/>
                    </a:cubicBezTo>
                    <a:cubicBezTo>
                      <a:pt x="2743" y="15773"/>
                      <a:pt x="20574" y="0"/>
                      <a:pt x="45949" y="0"/>
                    </a:cubicBezTo>
                    <a:cubicBezTo>
                      <a:pt x="65837" y="0"/>
                      <a:pt x="89154" y="9601"/>
                      <a:pt x="89154" y="35661"/>
                    </a:cubicBezTo>
                    <a:lnTo>
                      <a:pt x="59665" y="35661"/>
                    </a:lnTo>
                    <a:cubicBezTo>
                      <a:pt x="59665" y="28118"/>
                      <a:pt x="53493" y="24689"/>
                      <a:pt x="45949" y="24689"/>
                    </a:cubicBezTo>
                    <a:cubicBezTo>
                      <a:pt x="39091" y="24689"/>
                      <a:pt x="32919" y="28118"/>
                      <a:pt x="32919" y="33604"/>
                    </a:cubicBezTo>
                    <a:cubicBezTo>
                      <a:pt x="32919" y="39090"/>
                      <a:pt x="37719" y="41148"/>
                      <a:pt x="43891" y="43205"/>
                    </a:cubicBezTo>
                    <a:lnTo>
                      <a:pt x="61722" y="48006"/>
                    </a:lnTo>
                    <a:cubicBezTo>
                      <a:pt x="87783" y="54864"/>
                      <a:pt x="91212" y="71323"/>
                      <a:pt x="91212" y="80238"/>
                    </a:cubicBezTo>
                    <a:cubicBezTo>
                      <a:pt x="91212" y="103556"/>
                      <a:pt x="67894" y="114528"/>
                      <a:pt x="45263" y="114528"/>
                    </a:cubicBezTo>
                    <a:cubicBezTo>
                      <a:pt x="22632" y="115215"/>
                      <a:pt x="0" y="102184"/>
                      <a:pt x="0" y="774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BUS - DARK">
  <p:cSld name="TTBUS - DARK">
    <p:bg>
      <p:bgPr>
        <a:solidFill>
          <a:srgbClr val="000000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3"/>
          <p:cNvSpPr txBox="1"/>
          <p:nvPr>
            <p:ph idx="12" type="sldNum"/>
          </p:nvPr>
        </p:nvSpPr>
        <p:spPr>
          <a:xfrm>
            <a:off x="77873" y="4721744"/>
            <a:ext cx="420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4" name="Google Shape;494;p63"/>
          <p:cNvSpPr txBox="1"/>
          <p:nvPr/>
        </p:nvSpPr>
        <p:spPr>
          <a:xfrm>
            <a:off x="6627962" y="4872812"/>
            <a:ext cx="16752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Poppins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 O N F I D E N T I A L   &amp;    P R O P R I E T A R Y</a:t>
            </a:r>
            <a:endParaRPr b="1" i="0" sz="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95" name="Google Shape;495;p63"/>
          <p:cNvGrpSpPr/>
          <p:nvPr/>
        </p:nvGrpSpPr>
        <p:grpSpPr>
          <a:xfrm rot="10800000">
            <a:off x="8342047" y="4877858"/>
            <a:ext cx="32184" cy="81404"/>
            <a:chOff x="-1" y="0"/>
            <a:chExt cx="162054" cy="410098"/>
          </a:xfrm>
        </p:grpSpPr>
        <p:sp>
          <p:nvSpPr>
            <p:cNvPr id="496" name="Google Shape;496;p63"/>
            <p:cNvSpPr/>
            <p:nvPr/>
          </p:nvSpPr>
          <p:spPr>
            <a:xfrm>
              <a:off x="-1" y="0"/>
              <a:ext cx="162054" cy="162054"/>
            </a:xfrm>
            <a:custGeom>
              <a:rect b="b" l="l" r="r" t="t"/>
              <a:pathLst>
                <a:path extrusionOk="0" h="21600" w="21600">
                  <a:moveTo>
                    <a:pt x="21600" y="10800"/>
                  </a:moveTo>
                  <a:cubicBezTo>
                    <a:pt x="21600" y="16751"/>
                    <a:pt x="16751" y="21600"/>
                    <a:pt x="10800" y="21600"/>
                  </a:cubicBezTo>
                  <a:cubicBezTo>
                    <a:pt x="4849" y="21600"/>
                    <a:pt x="0" y="16751"/>
                    <a:pt x="0" y="10800"/>
                  </a:cubicBezTo>
                  <a:cubicBezTo>
                    <a:pt x="0" y="4849"/>
                    <a:pt x="4849" y="0"/>
                    <a:pt x="10800" y="0"/>
                  </a:cubicBezTo>
                  <a:cubicBezTo>
                    <a:pt x="16751" y="0"/>
                    <a:pt x="21600" y="4849"/>
                    <a:pt x="21600" y="10800"/>
                  </a:cubicBezTo>
                </a:path>
              </a:pathLst>
            </a:custGeom>
            <a:solidFill>
              <a:srgbClr val="24F3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63"/>
            <p:cNvSpPr/>
            <p:nvPr/>
          </p:nvSpPr>
          <p:spPr>
            <a:xfrm>
              <a:off x="-1" y="248044"/>
              <a:ext cx="162054" cy="162054"/>
            </a:xfrm>
            <a:custGeom>
              <a:rect b="b" l="l" r="r" t="t"/>
              <a:pathLst>
                <a:path extrusionOk="0" h="21600" w="21600">
                  <a:moveTo>
                    <a:pt x="21600" y="10800"/>
                  </a:moveTo>
                  <a:cubicBezTo>
                    <a:pt x="21600" y="16751"/>
                    <a:pt x="16751" y="21600"/>
                    <a:pt x="10800" y="21600"/>
                  </a:cubicBezTo>
                  <a:cubicBezTo>
                    <a:pt x="4849" y="21600"/>
                    <a:pt x="0" y="16751"/>
                    <a:pt x="0" y="10800"/>
                  </a:cubicBezTo>
                  <a:cubicBezTo>
                    <a:pt x="0" y="4849"/>
                    <a:pt x="4849" y="0"/>
                    <a:pt x="10800" y="0"/>
                  </a:cubicBezTo>
                  <a:cubicBezTo>
                    <a:pt x="16751" y="0"/>
                    <a:pt x="21600" y="4776"/>
                    <a:pt x="21600" y="10800"/>
                  </a:cubicBezTo>
                </a:path>
              </a:pathLst>
            </a:custGeom>
            <a:solidFill>
              <a:srgbClr val="FE2C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8" name="Google Shape;498;p63"/>
          <p:cNvSpPr txBox="1"/>
          <p:nvPr/>
        </p:nvSpPr>
        <p:spPr>
          <a:xfrm>
            <a:off x="8413125" y="4872812"/>
            <a:ext cx="5226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Poppins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DEC 2020</a:t>
            </a:r>
            <a:endParaRPr b="1" i="0" sz="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9" name="Google Shape;499;p63"/>
          <p:cNvSpPr/>
          <p:nvPr/>
        </p:nvSpPr>
        <p:spPr>
          <a:xfrm>
            <a:off x="4159288" y="4877701"/>
            <a:ext cx="826500" cy="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146;p34" id="501" name="Google Shape;501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23" y="1"/>
            <a:ext cx="9135880" cy="5143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147;p34" id="502" name="Google Shape;50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318" y="4768350"/>
            <a:ext cx="1274059" cy="121921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64"/>
          <p:cNvSpPr txBox="1"/>
          <p:nvPr>
            <p:ph idx="12" type="sldNum"/>
          </p:nvPr>
        </p:nvSpPr>
        <p:spPr>
          <a:xfrm>
            <a:off x="4419600" y="4608064"/>
            <a:ext cx="21336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BUS - DARK 2">
  <p:cSld name="TTBUS - DARK 2">
    <p:bg>
      <p:bgPr>
        <a:solidFill>
          <a:srgbClr val="000000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5"/>
          <p:cNvSpPr txBox="1"/>
          <p:nvPr>
            <p:ph idx="12" type="sldNum"/>
          </p:nvPr>
        </p:nvSpPr>
        <p:spPr>
          <a:xfrm>
            <a:off x="77873" y="4721744"/>
            <a:ext cx="420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875" lIns="102875" spcFirstLastPara="1" rIns="102875" wrap="square" tIns="1028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Poppins"/>
              <a:buNone/>
              <a:defRPr b="1" i="0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6" name="Google Shape;506;p65"/>
          <p:cNvSpPr txBox="1"/>
          <p:nvPr/>
        </p:nvSpPr>
        <p:spPr>
          <a:xfrm>
            <a:off x="6627962" y="4872812"/>
            <a:ext cx="16752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Poppins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 O N F I D E N T I A L   &amp;    P R O P R I E T A R Y</a:t>
            </a:r>
            <a:endParaRPr b="1" i="0" sz="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07" name="Google Shape;507;p65"/>
          <p:cNvGrpSpPr/>
          <p:nvPr/>
        </p:nvGrpSpPr>
        <p:grpSpPr>
          <a:xfrm rot="10800000">
            <a:off x="8342047" y="4877858"/>
            <a:ext cx="32184" cy="81404"/>
            <a:chOff x="-1" y="0"/>
            <a:chExt cx="162054" cy="410098"/>
          </a:xfrm>
        </p:grpSpPr>
        <p:sp>
          <p:nvSpPr>
            <p:cNvPr id="508" name="Google Shape;508;p65"/>
            <p:cNvSpPr/>
            <p:nvPr/>
          </p:nvSpPr>
          <p:spPr>
            <a:xfrm>
              <a:off x="-1" y="0"/>
              <a:ext cx="162054" cy="162054"/>
            </a:xfrm>
            <a:custGeom>
              <a:rect b="b" l="l" r="r" t="t"/>
              <a:pathLst>
                <a:path extrusionOk="0" h="21600" w="21600">
                  <a:moveTo>
                    <a:pt x="21600" y="10800"/>
                  </a:moveTo>
                  <a:cubicBezTo>
                    <a:pt x="21600" y="16751"/>
                    <a:pt x="16751" y="21600"/>
                    <a:pt x="10800" y="21600"/>
                  </a:cubicBezTo>
                  <a:cubicBezTo>
                    <a:pt x="4849" y="21600"/>
                    <a:pt x="0" y="16751"/>
                    <a:pt x="0" y="10800"/>
                  </a:cubicBezTo>
                  <a:cubicBezTo>
                    <a:pt x="0" y="4849"/>
                    <a:pt x="4849" y="0"/>
                    <a:pt x="10800" y="0"/>
                  </a:cubicBezTo>
                  <a:cubicBezTo>
                    <a:pt x="16751" y="0"/>
                    <a:pt x="21600" y="4849"/>
                    <a:pt x="21600" y="10800"/>
                  </a:cubicBezTo>
                </a:path>
              </a:pathLst>
            </a:custGeom>
            <a:solidFill>
              <a:srgbClr val="24F3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65"/>
            <p:cNvSpPr/>
            <p:nvPr/>
          </p:nvSpPr>
          <p:spPr>
            <a:xfrm>
              <a:off x="-1" y="248044"/>
              <a:ext cx="162054" cy="162054"/>
            </a:xfrm>
            <a:custGeom>
              <a:rect b="b" l="l" r="r" t="t"/>
              <a:pathLst>
                <a:path extrusionOk="0" h="21600" w="21600">
                  <a:moveTo>
                    <a:pt x="21600" y="10800"/>
                  </a:moveTo>
                  <a:cubicBezTo>
                    <a:pt x="21600" y="16751"/>
                    <a:pt x="16751" y="21600"/>
                    <a:pt x="10800" y="21600"/>
                  </a:cubicBezTo>
                  <a:cubicBezTo>
                    <a:pt x="4849" y="21600"/>
                    <a:pt x="0" y="16751"/>
                    <a:pt x="0" y="10800"/>
                  </a:cubicBezTo>
                  <a:cubicBezTo>
                    <a:pt x="0" y="4849"/>
                    <a:pt x="4849" y="0"/>
                    <a:pt x="10800" y="0"/>
                  </a:cubicBezTo>
                  <a:cubicBezTo>
                    <a:pt x="16751" y="0"/>
                    <a:pt x="21600" y="4776"/>
                    <a:pt x="21600" y="10800"/>
                  </a:cubicBezTo>
                </a:path>
              </a:pathLst>
            </a:custGeom>
            <a:solidFill>
              <a:srgbClr val="FE2C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0" name="Google Shape;510;p65"/>
          <p:cNvSpPr txBox="1"/>
          <p:nvPr/>
        </p:nvSpPr>
        <p:spPr>
          <a:xfrm>
            <a:off x="8413125" y="4872812"/>
            <a:ext cx="5226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Poppins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 O V   2 0 2 0</a:t>
            </a:r>
            <a:endParaRPr b="1" i="0" sz="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1" name="Google Shape;511;p65"/>
          <p:cNvSpPr/>
          <p:nvPr/>
        </p:nvSpPr>
        <p:spPr>
          <a:xfrm>
            <a:off x="4159288" y="4877701"/>
            <a:ext cx="826500" cy="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6"/>
          <p:cNvSpPr txBox="1"/>
          <p:nvPr>
            <p:ph type="title"/>
          </p:nvPr>
        </p:nvSpPr>
        <p:spPr>
          <a:xfrm>
            <a:off x="675000" y="675000"/>
            <a:ext cx="792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4" name="Google Shape;514;p66"/>
          <p:cNvSpPr txBox="1"/>
          <p:nvPr>
            <p:ph idx="1" type="body"/>
          </p:nvPr>
        </p:nvSpPr>
        <p:spPr>
          <a:xfrm>
            <a:off x="675000" y="312769"/>
            <a:ext cx="79275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 cap="none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15" name="Google Shape;515;p66"/>
          <p:cNvSpPr txBox="1"/>
          <p:nvPr>
            <p:ph idx="2" type="body"/>
          </p:nvPr>
        </p:nvSpPr>
        <p:spPr>
          <a:xfrm>
            <a:off x="2427219" y="4839964"/>
            <a:ext cx="4860000" cy="8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5A5A5"/>
              </a:buClr>
              <a:buSzPts val="600"/>
              <a:buNone/>
              <a:defRPr sz="600">
                <a:solidFill>
                  <a:srgbClr val="A5A5A5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2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7"/>
          <p:cNvSpPr/>
          <p:nvPr/>
        </p:nvSpPr>
        <p:spPr>
          <a:xfrm>
            <a:off x="4867275" y="0"/>
            <a:ext cx="4276800" cy="516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67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9" name="Google Shape;519;p67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20" name="Google Shape;520;p67"/>
          <p:cNvPicPr preferRelativeResize="0"/>
          <p:nvPr/>
        </p:nvPicPr>
        <p:blipFill rotWithShape="1">
          <a:blip r:embed="rId2">
            <a:alphaModFix/>
          </a:blip>
          <a:srcRect b="0" l="30" r="40" t="0"/>
          <a:stretch/>
        </p:blipFill>
        <p:spPr>
          <a:xfrm>
            <a:off x="296275" y="4760075"/>
            <a:ext cx="124952" cy="1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3" name="Google Shape;523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4" name="Google Shape;524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7" name="Google Shape;527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8" name="Google Shape;528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1" name="Google Shape;531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2" name="Google Shape;532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5" name="Google Shape;535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6" name="Google Shape;536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B">
  <p:cSld name="ONE_COLUMN_TEXT_1_1_1_1_1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8" name="Google Shape;538;p72"/>
          <p:cNvGrpSpPr/>
          <p:nvPr/>
        </p:nvGrpSpPr>
        <p:grpSpPr>
          <a:xfrm>
            <a:off x="8753350" y="189476"/>
            <a:ext cx="323900" cy="4834974"/>
            <a:chOff x="8753350" y="189476"/>
            <a:chExt cx="323900" cy="4834974"/>
          </a:xfrm>
        </p:grpSpPr>
        <p:sp>
          <p:nvSpPr>
            <p:cNvPr id="539" name="Google Shape;539;p72"/>
            <p:cNvSpPr txBox="1"/>
            <p:nvPr/>
          </p:nvSpPr>
          <p:spPr>
            <a:xfrm>
              <a:off x="8753350" y="4747850"/>
              <a:ext cx="282300" cy="2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fld id="{00000000-1234-1234-1234-123412341234}" type="slidenum">
                <a:rPr b="0" i="0" lang="en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fld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40" name="Google Shape;540;p72"/>
            <p:cNvPicPr preferRelativeResize="0"/>
            <p:nvPr/>
          </p:nvPicPr>
          <p:blipFill rotWithShape="1">
            <a:blip r:embed="rId2">
              <a:alphaModFix/>
            </a:blip>
            <a:srcRect b="13607" l="25826" r="20032" t="16218"/>
            <a:stretch/>
          </p:blipFill>
          <p:spPr>
            <a:xfrm>
              <a:off x="8832939" y="189476"/>
              <a:ext cx="123121" cy="2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72"/>
            <p:cNvSpPr txBox="1"/>
            <p:nvPr/>
          </p:nvSpPr>
          <p:spPr>
            <a:xfrm rot="-5400000">
              <a:off x="7377900" y="2439300"/>
              <a:ext cx="31338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 O N F I D E N T I A L   &amp;    P R O P R I E T A R Y </a:t>
              </a:r>
              <a:endParaRPr b="1" i="0" sz="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42" name="Google Shape;542;p72"/>
          <p:cNvSpPr txBox="1"/>
          <p:nvPr>
            <p:ph type="title"/>
          </p:nvPr>
        </p:nvSpPr>
        <p:spPr>
          <a:xfrm>
            <a:off x="5064775" y="189475"/>
            <a:ext cx="3400200" cy="17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43" name="Google Shape;543;p72"/>
          <p:cNvSpPr txBox="1"/>
          <p:nvPr>
            <p:ph idx="1" type="subTitle"/>
          </p:nvPr>
        </p:nvSpPr>
        <p:spPr>
          <a:xfrm>
            <a:off x="5064775" y="2146575"/>
            <a:ext cx="3320400" cy="18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/>
        </p:txBody>
      </p:sp>
      <p:sp>
        <p:nvSpPr>
          <p:cNvPr descr="Decorative red rectangle." id="544" name="Google Shape;544;p7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52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5">
  <p:cSld name="TITLE_AND_BODY_5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7" name="Google Shape;547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8" name="Google Shape;548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TBUS - DARK 1 1">
  <p:cSld name="CUSTOM_2_2_1_1">
    <p:bg>
      <p:bgPr>
        <a:solidFill>
          <a:srgbClr val="000000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0" name="Google Shape;550;p74"/>
          <p:cNvGrpSpPr/>
          <p:nvPr/>
        </p:nvGrpSpPr>
        <p:grpSpPr>
          <a:xfrm>
            <a:off x="209189" y="4856657"/>
            <a:ext cx="8792084" cy="345497"/>
            <a:chOff x="209189" y="4856657"/>
            <a:chExt cx="8792084" cy="345497"/>
          </a:xfrm>
        </p:grpSpPr>
        <p:sp>
          <p:nvSpPr>
            <p:cNvPr id="551" name="Google Shape;551;p74"/>
            <p:cNvSpPr txBox="1"/>
            <p:nvPr/>
          </p:nvSpPr>
          <p:spPr>
            <a:xfrm>
              <a:off x="209189" y="5023954"/>
              <a:ext cx="1894200" cy="17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Confidential &amp; Proprietary</a:t>
              </a:r>
              <a:endParaRPr b="0" i="0" sz="5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552" name="Google Shape;552;p74"/>
            <p:cNvSpPr txBox="1"/>
            <p:nvPr/>
          </p:nvSpPr>
          <p:spPr>
            <a:xfrm>
              <a:off x="5456189" y="5023954"/>
              <a:ext cx="1894200" cy="17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pic>
          <p:nvPicPr>
            <p:cNvPr id="553" name="Google Shape;553;p7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835525" y="4856657"/>
              <a:ext cx="165748" cy="1781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4" name="Google Shape;554;p74"/>
            <p:cNvPicPr preferRelativeResize="0"/>
            <p:nvPr/>
          </p:nvPicPr>
          <p:blipFill rotWithShape="1">
            <a:blip r:embed="rId3">
              <a:alphaModFix/>
            </a:blip>
            <a:srcRect b="39075" l="-17531" r="-17531" t="-9992"/>
            <a:stretch/>
          </p:blipFill>
          <p:spPr>
            <a:xfrm>
              <a:off x="1031057" y="4960365"/>
              <a:ext cx="526833" cy="97485"/>
            </a:xfrm>
            <a:prstGeom prst="rect">
              <a:avLst/>
            </a:prstGeom>
            <a:noFill/>
            <a:ln>
              <a:noFill/>
            </a:ln>
            <a:effectLst>
              <a:outerShdw blurRad="214313" rotWithShape="0" algn="bl" dir="5400000" dist="19050">
                <a:srgbClr val="000000">
                  <a:alpha val="18820"/>
                </a:srgbClr>
              </a:outerShdw>
            </a:effectLst>
          </p:spPr>
        </p:pic>
      </p:grp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>
  <p:cSld name="空白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75"/>
          <p:cNvSpPr txBox="1"/>
          <p:nvPr>
            <p:ph type="title"/>
          </p:nvPr>
        </p:nvSpPr>
        <p:spPr>
          <a:xfrm>
            <a:off x="533117" y="525973"/>
            <a:ext cx="8089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ofia"/>
              <a:buNone/>
              <a:defRPr b="1" i="0" sz="2700" u="none" cap="none" strike="noStrike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2 1">
  <p:cSld name="TITLE_AND_BODY_2_2_1_1">
    <p:bg>
      <p:bgPr>
        <a:solidFill>
          <a:srgbClr val="FFFFFF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9" name="Google Shape;559;p76"/>
          <p:cNvGrpSpPr/>
          <p:nvPr/>
        </p:nvGrpSpPr>
        <p:grpSpPr>
          <a:xfrm>
            <a:off x="8753350" y="189476"/>
            <a:ext cx="323900" cy="4834974"/>
            <a:chOff x="8753350" y="189476"/>
            <a:chExt cx="323900" cy="4834974"/>
          </a:xfrm>
        </p:grpSpPr>
        <p:sp>
          <p:nvSpPr>
            <p:cNvPr id="560" name="Google Shape;560;p76"/>
            <p:cNvSpPr txBox="1"/>
            <p:nvPr/>
          </p:nvSpPr>
          <p:spPr>
            <a:xfrm>
              <a:off x="8753350" y="4747850"/>
              <a:ext cx="282300" cy="2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fld id="{00000000-1234-1234-1234-123412341234}" type="slidenum">
                <a:rPr b="0" i="0" lang="en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fld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1" name="Google Shape;561;p76"/>
            <p:cNvPicPr preferRelativeResize="0"/>
            <p:nvPr/>
          </p:nvPicPr>
          <p:blipFill rotWithShape="1">
            <a:blip r:embed="rId3">
              <a:alphaModFix/>
            </a:blip>
            <a:srcRect b="13607" l="25826" r="20032" t="16218"/>
            <a:stretch/>
          </p:blipFill>
          <p:spPr>
            <a:xfrm>
              <a:off x="8832939" y="189476"/>
              <a:ext cx="123121" cy="2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76"/>
            <p:cNvSpPr txBox="1"/>
            <p:nvPr/>
          </p:nvSpPr>
          <p:spPr>
            <a:xfrm rot="-5400000">
              <a:off x="7377900" y="2439300"/>
              <a:ext cx="31338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 O N F I D E N T I A L   &amp;    P R O P R I E T A R Y </a:t>
              </a:r>
              <a:endParaRPr b="1" i="0" sz="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shot 2">
  <p:cSld name="Screenshot_2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7"/>
          <p:cNvSpPr txBox="1"/>
          <p:nvPr>
            <p:ph type="title"/>
          </p:nvPr>
        </p:nvSpPr>
        <p:spPr>
          <a:xfrm>
            <a:off x="675000" y="1803121"/>
            <a:ext cx="21567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5" name="Google Shape;565;p77"/>
          <p:cNvSpPr txBox="1"/>
          <p:nvPr>
            <p:ph idx="1" type="body"/>
          </p:nvPr>
        </p:nvSpPr>
        <p:spPr>
          <a:xfrm>
            <a:off x="675000" y="312769"/>
            <a:ext cx="7927500" cy="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 cap="none"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66" name="Google Shape;566;p77"/>
          <p:cNvSpPr/>
          <p:nvPr>
            <p:ph idx="2" type="pic"/>
          </p:nvPr>
        </p:nvSpPr>
        <p:spPr>
          <a:xfrm>
            <a:off x="3505855" y="1019250"/>
            <a:ext cx="1485000" cy="3105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p77"/>
          <p:cNvSpPr/>
          <p:nvPr>
            <p:ph idx="3" type="pic"/>
          </p:nvPr>
        </p:nvSpPr>
        <p:spPr>
          <a:xfrm>
            <a:off x="5319102" y="1019250"/>
            <a:ext cx="1485000" cy="3105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77"/>
          <p:cNvSpPr/>
          <p:nvPr>
            <p:ph idx="4" type="pic"/>
          </p:nvPr>
        </p:nvSpPr>
        <p:spPr>
          <a:xfrm>
            <a:off x="7117553" y="1019250"/>
            <a:ext cx="1485000" cy="3105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50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77"/>
          <p:cNvSpPr txBox="1"/>
          <p:nvPr>
            <p:ph idx="5" type="body"/>
          </p:nvPr>
        </p:nvSpPr>
        <p:spPr>
          <a:xfrm>
            <a:off x="2427219" y="4839964"/>
            <a:ext cx="4860000" cy="8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5A5A5"/>
              </a:buClr>
              <a:buSzPts val="600"/>
              <a:buNone/>
              <a:defRPr sz="600">
                <a:solidFill>
                  <a:srgbClr val="A5A5A5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Red Dots blank">
  <p:cSld name="2 Red Dots blank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037790" cy="3427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723" y="3556223"/>
            <a:ext cx="1587278" cy="1587278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78"/>
          <p:cNvSpPr txBox="1"/>
          <p:nvPr>
            <p:ph type="title"/>
          </p:nvPr>
        </p:nvSpPr>
        <p:spPr>
          <a:xfrm>
            <a:off x="2037790" y="1216509"/>
            <a:ext cx="5990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ofia"/>
              <a:buNone/>
              <a:defRPr b="1" i="0" sz="2700" u="none" cap="none" strike="noStrike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4" name="Google Shape;574;p78"/>
          <p:cNvSpPr txBox="1"/>
          <p:nvPr>
            <p:ph idx="1" type="body"/>
          </p:nvPr>
        </p:nvSpPr>
        <p:spPr>
          <a:xfrm>
            <a:off x="2037790" y="2382890"/>
            <a:ext cx="5990700" cy="2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Phones Red">
  <p:cSld name="1_5 Phones Red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9"/>
          <p:cNvSpPr/>
          <p:nvPr/>
        </p:nvSpPr>
        <p:spPr>
          <a:xfrm>
            <a:off x="0" y="4617526"/>
            <a:ext cx="9144000" cy="526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77" name="Google Shape;577;p79"/>
          <p:cNvSpPr txBox="1"/>
          <p:nvPr>
            <p:ph type="title"/>
          </p:nvPr>
        </p:nvSpPr>
        <p:spPr>
          <a:xfrm>
            <a:off x="538538" y="525973"/>
            <a:ext cx="8020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Sofia"/>
              <a:buNone/>
              <a:defRPr b="1" i="0" sz="2100" u="none" cap="none" strike="noStrike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A close up of a sign&#10;&#10;Description automatically generated" id="578" name="Google Shape;578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9272" y="4783913"/>
            <a:ext cx="748950" cy="179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2 1 1">
  <p:cSld name="Title and body 1 2 1">
    <p:bg>
      <p:bgPr>
        <a:solidFill>
          <a:schemeClr val="dk1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0" name="Google Shape;580;p80"/>
          <p:cNvGrpSpPr/>
          <p:nvPr/>
        </p:nvGrpSpPr>
        <p:grpSpPr>
          <a:xfrm>
            <a:off x="8753350" y="189476"/>
            <a:ext cx="323900" cy="4834974"/>
            <a:chOff x="8753350" y="189476"/>
            <a:chExt cx="323900" cy="4834974"/>
          </a:xfrm>
        </p:grpSpPr>
        <p:sp>
          <p:nvSpPr>
            <p:cNvPr id="581" name="Google Shape;581;p80"/>
            <p:cNvSpPr txBox="1"/>
            <p:nvPr/>
          </p:nvSpPr>
          <p:spPr>
            <a:xfrm>
              <a:off x="8753350" y="4747850"/>
              <a:ext cx="282300" cy="2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fld id="{00000000-1234-1234-1234-123412341234}" type="slidenum">
                <a:rPr b="0" i="0" lang="en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fld>
              <a:endPara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2" name="Google Shape;582;p80"/>
            <p:cNvPicPr preferRelativeResize="0"/>
            <p:nvPr/>
          </p:nvPicPr>
          <p:blipFill rotWithShape="1">
            <a:blip r:embed="rId2">
              <a:alphaModFix/>
            </a:blip>
            <a:srcRect b="13601" l="25826" r="20032" t="16219"/>
            <a:stretch/>
          </p:blipFill>
          <p:spPr>
            <a:xfrm>
              <a:off x="8832939" y="189476"/>
              <a:ext cx="123121" cy="2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80"/>
            <p:cNvSpPr txBox="1"/>
            <p:nvPr/>
          </p:nvSpPr>
          <p:spPr>
            <a:xfrm rot="-5400000">
              <a:off x="7377900" y="2439300"/>
              <a:ext cx="31338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C O N F I D E N T I A L   &amp;    P R O P R I E T A R Y </a:t>
              </a:r>
              <a:endParaRPr b="1" i="0" sz="7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584" name="Google Shape;584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1525" y="4832550"/>
            <a:ext cx="1381151" cy="12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C">
  <p:cSld name="Content C">
    <p:bg>
      <p:bgPr>
        <a:solidFill>
          <a:schemeClr val="dk1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81"/>
          <p:cNvSpPr txBox="1"/>
          <p:nvPr>
            <p:ph type="title"/>
          </p:nvPr>
        </p:nvSpPr>
        <p:spPr>
          <a:xfrm>
            <a:off x="464100" y="345750"/>
            <a:ext cx="35445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587" name="Google Shape;587;p81"/>
          <p:cNvGrpSpPr/>
          <p:nvPr/>
        </p:nvGrpSpPr>
        <p:grpSpPr>
          <a:xfrm>
            <a:off x="8753350" y="189476"/>
            <a:ext cx="323900" cy="4834974"/>
            <a:chOff x="8753350" y="189476"/>
            <a:chExt cx="323900" cy="4834974"/>
          </a:xfrm>
        </p:grpSpPr>
        <p:sp>
          <p:nvSpPr>
            <p:cNvPr id="588" name="Google Shape;588;p81"/>
            <p:cNvSpPr txBox="1"/>
            <p:nvPr/>
          </p:nvSpPr>
          <p:spPr>
            <a:xfrm>
              <a:off x="8753350" y="4747850"/>
              <a:ext cx="282300" cy="2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fld id="{00000000-1234-1234-1234-123412341234}" type="slidenum">
                <a:rPr b="0" i="0" lang="en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fld>
              <a:endParaRPr b="0" i="0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9" name="Google Shape;589;p81"/>
            <p:cNvPicPr preferRelativeResize="0"/>
            <p:nvPr/>
          </p:nvPicPr>
          <p:blipFill rotWithShape="1">
            <a:blip r:embed="rId2">
              <a:alphaModFix/>
            </a:blip>
            <a:srcRect b="13601" l="25826" r="20032" t="16219"/>
            <a:stretch/>
          </p:blipFill>
          <p:spPr>
            <a:xfrm>
              <a:off x="8832939" y="189476"/>
              <a:ext cx="123121" cy="2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0" name="Google Shape;590;p81"/>
            <p:cNvSpPr txBox="1"/>
            <p:nvPr/>
          </p:nvSpPr>
          <p:spPr>
            <a:xfrm rot="-5400000">
              <a:off x="7377900" y="2439300"/>
              <a:ext cx="31338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 O N F I D E N T I A L   &amp;    P R O P R I E T A R Y </a:t>
              </a:r>
              <a:endParaRPr b="1" i="0" sz="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91" name="Google Shape;591;p81"/>
          <p:cNvSpPr txBox="1"/>
          <p:nvPr>
            <p:ph idx="1" type="subTitle"/>
          </p:nvPr>
        </p:nvSpPr>
        <p:spPr>
          <a:xfrm>
            <a:off x="464100" y="1506450"/>
            <a:ext cx="3610200" cy="25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D">
  <p:cSld name="Title Slide D">
    <p:bg>
      <p:bgPr>
        <a:solidFill>
          <a:srgbClr val="FFFFFF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ack cover background image with small graphic on the top left side and bottom right." id="593" name="Google Shape;593;p82" title="Cover Image Option 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399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ikTok For Business logo white" id="594" name="Google Shape;594;p82" title="Logo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800" y="4719000"/>
            <a:ext cx="1940350" cy="1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82"/>
          <p:cNvSpPr txBox="1"/>
          <p:nvPr>
            <p:ph type="title"/>
          </p:nvPr>
        </p:nvSpPr>
        <p:spPr>
          <a:xfrm>
            <a:off x="2679075" y="1852150"/>
            <a:ext cx="5405400" cy="15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4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6" name="Google Shape;596;p82"/>
          <p:cNvSpPr txBox="1"/>
          <p:nvPr>
            <p:ph idx="2" type="title"/>
          </p:nvPr>
        </p:nvSpPr>
        <p:spPr>
          <a:xfrm>
            <a:off x="2679075" y="3664050"/>
            <a:ext cx="34605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descr="Gif image with handwriting Hello!" id="597" name="Google Shape;597;p82" title="Hello Gif"/>
          <p:cNvPicPr preferRelativeResize="0"/>
          <p:nvPr/>
        </p:nvPicPr>
        <p:blipFill rotWithShape="1">
          <a:blip r:embed="rId4">
            <a:alphaModFix/>
          </a:blip>
          <a:srcRect b="16851" l="8220" r="16784" t="7040"/>
          <a:stretch/>
        </p:blipFill>
        <p:spPr>
          <a:xfrm rot="-298494">
            <a:off x="720817" y="2361525"/>
            <a:ext cx="1923390" cy="88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 Razz">
  <p:cSld name="CUSTOM_16"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3"/>
          <p:cNvSpPr/>
          <p:nvPr/>
        </p:nvSpPr>
        <p:spPr>
          <a:xfrm>
            <a:off x="6899825" y="0"/>
            <a:ext cx="2244300" cy="5143500"/>
          </a:xfrm>
          <a:prstGeom prst="rect">
            <a:avLst/>
          </a:prstGeom>
          <a:solidFill>
            <a:srgbClr val="FE2C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83"/>
          <p:cNvSpPr txBox="1"/>
          <p:nvPr/>
        </p:nvSpPr>
        <p:spPr>
          <a:xfrm rot="-5400000">
            <a:off x="6735797" y="2507053"/>
            <a:ext cx="4264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C O N F I D E N T I A L   &amp;    P R O P R I E T A R Y </a:t>
            </a:r>
            <a:endParaRPr b="0" i="0" sz="600" u="none" cap="none" strike="noStrike">
              <a:solidFill>
                <a:srgbClr val="FFFFFF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  <p:pic>
        <p:nvPicPr>
          <p:cNvPr descr="TikTok-logo-CMYK-Horizontal-white-simplified.png" id="601" name="Google Shape;601;p83"/>
          <p:cNvPicPr preferRelativeResize="0"/>
          <p:nvPr/>
        </p:nvPicPr>
        <p:blipFill rotWithShape="1">
          <a:blip r:embed="rId2">
            <a:alphaModFix/>
          </a:blip>
          <a:srcRect b="25244" l="12569" r="69426" t="25239"/>
          <a:stretch/>
        </p:blipFill>
        <p:spPr>
          <a:xfrm>
            <a:off x="8792030" y="167079"/>
            <a:ext cx="151750" cy="173917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83"/>
          <p:cNvSpPr txBox="1"/>
          <p:nvPr/>
        </p:nvSpPr>
        <p:spPr>
          <a:xfrm>
            <a:off x="8836450" y="4837262"/>
            <a:ext cx="92400" cy="1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FFFFFF"/>
                </a:solidFill>
                <a:latin typeface="Inter Tight Medium"/>
                <a:ea typeface="Inter Tight Medium"/>
                <a:cs typeface="Inter Tight Medium"/>
                <a:sym typeface="Inter Tight Medium"/>
              </a:rPr>
              <a:t>‹#›</a:t>
            </a:fld>
            <a:endParaRPr b="0" i="0" sz="600" u="none" cap="none" strike="noStrike">
              <a:solidFill>
                <a:srgbClr val="FFFFFF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4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0.xml"/><Relationship Id="rId42" Type="http://schemas.openxmlformats.org/officeDocument/2006/relationships/slideLayout" Target="../slideLayouts/slideLayout52.xml"/><Relationship Id="rId41" Type="http://schemas.openxmlformats.org/officeDocument/2006/relationships/slideLayout" Target="../slideLayouts/slideLayout51.xml"/><Relationship Id="rId44" Type="http://schemas.openxmlformats.org/officeDocument/2006/relationships/slideLayout" Target="../slideLayouts/slideLayout54.xml"/><Relationship Id="rId43" Type="http://schemas.openxmlformats.org/officeDocument/2006/relationships/slideLayout" Target="../slideLayouts/slideLayout53.xml"/><Relationship Id="rId46" Type="http://schemas.openxmlformats.org/officeDocument/2006/relationships/slideLayout" Target="../slideLayouts/slideLayout56.xml"/><Relationship Id="rId45" Type="http://schemas.openxmlformats.org/officeDocument/2006/relationships/slideLayout" Target="../slideLayouts/slideLayout55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48" Type="http://schemas.openxmlformats.org/officeDocument/2006/relationships/slideLayout" Target="../slideLayouts/slideLayout58.xml"/><Relationship Id="rId47" Type="http://schemas.openxmlformats.org/officeDocument/2006/relationships/slideLayout" Target="../slideLayouts/slideLayout57.xml"/><Relationship Id="rId49" Type="http://schemas.openxmlformats.org/officeDocument/2006/relationships/slideLayout" Target="../slideLayouts/slideLayout5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73" Type="http://schemas.openxmlformats.org/officeDocument/2006/relationships/theme" Target="../theme/theme2.xml"/><Relationship Id="rId72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33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4.xml"/><Relationship Id="rId71" Type="http://schemas.openxmlformats.org/officeDocument/2006/relationships/slideLayout" Target="../slideLayouts/slideLayout81.xml"/><Relationship Id="rId70" Type="http://schemas.openxmlformats.org/officeDocument/2006/relationships/slideLayout" Target="../slideLayouts/slideLayout80.xml"/><Relationship Id="rId37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6.xml"/><Relationship Id="rId39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48.xml"/><Relationship Id="rId62" Type="http://schemas.openxmlformats.org/officeDocument/2006/relationships/slideLayout" Target="../slideLayouts/slideLayout72.xml"/><Relationship Id="rId61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30.xml"/><Relationship Id="rId64" Type="http://schemas.openxmlformats.org/officeDocument/2006/relationships/slideLayout" Target="../slideLayouts/slideLayout74.xml"/><Relationship Id="rId63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32.xml"/><Relationship Id="rId66" Type="http://schemas.openxmlformats.org/officeDocument/2006/relationships/slideLayout" Target="../slideLayouts/slideLayout76.xml"/><Relationship Id="rId21" Type="http://schemas.openxmlformats.org/officeDocument/2006/relationships/slideLayout" Target="../slideLayouts/slideLayout31.xml"/><Relationship Id="rId65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34.xml"/><Relationship Id="rId68" Type="http://schemas.openxmlformats.org/officeDocument/2006/relationships/slideLayout" Target="../slideLayouts/slideLayout78.xml"/><Relationship Id="rId23" Type="http://schemas.openxmlformats.org/officeDocument/2006/relationships/slideLayout" Target="../slideLayouts/slideLayout33.xml"/><Relationship Id="rId67" Type="http://schemas.openxmlformats.org/officeDocument/2006/relationships/slideLayout" Target="../slideLayouts/slideLayout77.xml"/><Relationship Id="rId60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69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9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61.xml"/><Relationship Id="rId50" Type="http://schemas.openxmlformats.org/officeDocument/2006/relationships/slideLayout" Target="../slideLayouts/slideLayout60.xml"/><Relationship Id="rId53" Type="http://schemas.openxmlformats.org/officeDocument/2006/relationships/slideLayout" Target="../slideLayouts/slideLayout63.xml"/><Relationship Id="rId52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21.xml"/><Relationship Id="rId5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20.xml"/><Relationship Id="rId54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23.xml"/><Relationship Id="rId5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22.xml"/><Relationship Id="rId56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25.xml"/><Relationship Id="rId5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24.xml"/><Relationship Id="rId58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 Extrabold"/>
              <a:buNone/>
              <a:defRPr b="0" i="0" sz="2800" u="none" cap="none" strike="noStrike">
                <a:solidFill>
                  <a:schemeClr val="dk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1" i="0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 Semibold"/>
              <a:buChar char="○"/>
              <a:defRPr b="0" i="0" sz="1400" u="none" cap="none" strike="noStrike">
                <a:solidFill>
                  <a:schemeClr val="dk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497950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17650" y="4690725"/>
            <a:ext cx="280300" cy="2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59675" y="4690725"/>
            <a:ext cx="2802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endParaRPr b="1" i="0" sz="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  <p:sldLayoutId id="2147483683" r:id="rId26"/>
    <p:sldLayoutId id="2147483684" r:id="rId27"/>
    <p:sldLayoutId id="2147483685" r:id="rId28"/>
    <p:sldLayoutId id="2147483686" r:id="rId29"/>
    <p:sldLayoutId id="2147483687" r:id="rId30"/>
    <p:sldLayoutId id="2147483688" r:id="rId31"/>
    <p:sldLayoutId id="2147483689" r:id="rId32"/>
    <p:sldLayoutId id="2147483690" r:id="rId33"/>
    <p:sldLayoutId id="2147483691" r:id="rId34"/>
    <p:sldLayoutId id="2147483692" r:id="rId35"/>
    <p:sldLayoutId id="2147483693" r:id="rId36"/>
    <p:sldLayoutId id="2147483694" r:id="rId37"/>
    <p:sldLayoutId id="2147483695" r:id="rId38"/>
    <p:sldLayoutId id="2147483696" r:id="rId39"/>
    <p:sldLayoutId id="2147483697" r:id="rId40"/>
    <p:sldLayoutId id="2147483698" r:id="rId41"/>
    <p:sldLayoutId id="2147483699" r:id="rId42"/>
    <p:sldLayoutId id="2147483700" r:id="rId43"/>
    <p:sldLayoutId id="2147483701" r:id="rId44"/>
    <p:sldLayoutId id="2147483702" r:id="rId45"/>
    <p:sldLayoutId id="2147483703" r:id="rId46"/>
    <p:sldLayoutId id="2147483704" r:id="rId47"/>
    <p:sldLayoutId id="2147483705" r:id="rId48"/>
    <p:sldLayoutId id="2147483706" r:id="rId49"/>
    <p:sldLayoutId id="2147483707" r:id="rId50"/>
    <p:sldLayoutId id="2147483708" r:id="rId51"/>
    <p:sldLayoutId id="2147483709" r:id="rId52"/>
    <p:sldLayoutId id="2147483710" r:id="rId53"/>
    <p:sldLayoutId id="2147483711" r:id="rId54"/>
    <p:sldLayoutId id="2147483712" r:id="rId55"/>
    <p:sldLayoutId id="2147483713" r:id="rId56"/>
    <p:sldLayoutId id="2147483714" r:id="rId57"/>
    <p:sldLayoutId id="2147483715" r:id="rId58"/>
    <p:sldLayoutId id="2147483716" r:id="rId59"/>
    <p:sldLayoutId id="2147483717" r:id="rId60"/>
    <p:sldLayoutId id="2147483718" r:id="rId61"/>
    <p:sldLayoutId id="2147483719" r:id="rId62"/>
    <p:sldLayoutId id="2147483720" r:id="rId63"/>
    <p:sldLayoutId id="2147483721" r:id="rId64"/>
    <p:sldLayoutId id="2147483722" r:id="rId65"/>
    <p:sldLayoutId id="2147483723" r:id="rId66"/>
    <p:sldLayoutId id="2147483724" r:id="rId67"/>
    <p:sldLayoutId id="2147483725" r:id="rId68"/>
    <p:sldLayoutId id="2147483726" r:id="rId69"/>
    <p:sldLayoutId id="2147483727" r:id="rId70"/>
    <p:sldLayoutId id="2147483728" r:id="rId71"/>
    <p:sldLayoutId id="2147483729" r:id="rId7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85"/>
          <p:cNvSpPr txBox="1"/>
          <p:nvPr>
            <p:ph idx="4294967295" type="title"/>
          </p:nvPr>
        </p:nvSpPr>
        <p:spPr>
          <a:xfrm>
            <a:off x="65400" y="65400"/>
            <a:ext cx="5728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Performance By Campaign</a:t>
            </a:r>
            <a:endParaRPr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5/6-5/21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610" name="Google Shape;610;p85"/>
          <p:cNvGraphicFramePr/>
          <p:nvPr/>
        </p:nvGraphicFramePr>
        <p:xfrm>
          <a:off x="900386" y="23721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{940E5BB8-57EC-4A13-9613-0BDBFF7B466F}</a:tableStyleId>
              </a:tblPr>
              <a:tblGrid>
                <a:gridCol w="1877225"/>
                <a:gridCol w="1661925"/>
              </a:tblGrid>
              <a:tr h="268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Traffic </a:t>
                      </a: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Metrics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Performance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</a:t>
                      </a: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,000.00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Impressions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,000,000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CPM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</a:t>
                      </a: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5.50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Reach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r>
                        <a:rPr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,000,000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Clicks (destination)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200,000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CTR (destination)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4.40</a:t>
                      </a: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</a:t>
                      </a: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ideo View Rate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75</a:t>
                      </a: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6-Sec VTR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3.45</a:t>
                      </a: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11" name="Google Shape;611;p85"/>
          <p:cNvPicPr preferRelativeResize="0"/>
          <p:nvPr/>
        </p:nvPicPr>
        <p:blipFill rotWithShape="1">
          <a:blip r:embed="rId3">
            <a:alphaModFix/>
          </a:blip>
          <a:srcRect b="0" l="5862" r="5862" t="0"/>
          <a:stretch/>
        </p:blipFill>
        <p:spPr>
          <a:xfrm>
            <a:off x="8358550" y="-9460"/>
            <a:ext cx="785450" cy="890175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85"/>
          <p:cNvSpPr/>
          <p:nvPr/>
        </p:nvSpPr>
        <p:spPr>
          <a:xfrm>
            <a:off x="6839850" y="290275"/>
            <a:ext cx="165600" cy="165600"/>
          </a:xfrm>
          <a:prstGeom prst="ellipse">
            <a:avLst/>
          </a:prstGeom>
          <a:solidFill>
            <a:srgbClr val="6ADF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13" name="Google Shape;613;p85"/>
          <p:cNvSpPr txBox="1"/>
          <p:nvPr/>
        </p:nvSpPr>
        <p:spPr>
          <a:xfrm>
            <a:off x="6925121" y="210457"/>
            <a:ext cx="12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= Above Benchmark</a:t>
            </a:r>
            <a:endParaRPr b="0" i="0" sz="900" u="none" cap="none" strike="noStrike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14" name="Google Shape;614;p85"/>
          <p:cNvSpPr txBox="1"/>
          <p:nvPr/>
        </p:nvSpPr>
        <p:spPr>
          <a:xfrm>
            <a:off x="1498425" y="4894975"/>
            <a:ext cx="60873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Benchmarks TBD</a:t>
            </a:r>
            <a:endParaRPr b="0" i="1" sz="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615" name="Google Shape;615;p85"/>
          <p:cNvGraphicFramePr/>
          <p:nvPr/>
        </p:nvGraphicFramePr>
        <p:xfrm>
          <a:off x="4785841" y="23660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{940E5BB8-57EC-4A13-9613-0BDBFF7B466F}</a:tableStyleId>
              </a:tblPr>
              <a:tblGrid>
                <a:gridCol w="1877225"/>
                <a:gridCol w="1661925"/>
              </a:tblGrid>
              <a:tr h="23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Brand Ads to Shop </a:t>
                      </a: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Metrics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Performance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Product Page View Rate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34.56%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New Shop Visitors (90-day inactive)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200,000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Assisted New Shop Visitors (90-day inactive)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200,000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Assisted Cost Per Product Page View 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$0.12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Assisted Purchases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Assisted Gross Revenue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</a:t>
                      </a: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,000.00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Assisted ROAS</a:t>
                      </a:r>
                      <a:endParaRPr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0.02</a:t>
                      </a:r>
                      <a:endParaRPr sz="11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6" name="Google Shape;616;p85"/>
          <p:cNvSpPr txBox="1"/>
          <p:nvPr/>
        </p:nvSpPr>
        <p:spPr>
          <a:xfrm>
            <a:off x="151275" y="580630"/>
            <a:ext cx="8828100" cy="15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</a:rPr>
              <a:t>Executive Summary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Executive summary blurb 1.</a:t>
            </a:r>
            <a:br>
              <a:rPr lang="en" sz="900">
                <a:solidFill>
                  <a:schemeClr val="lt1"/>
                </a:solidFill>
              </a:rPr>
            </a:b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</a:rPr>
              <a:t>Executive summary blurb 2.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86"/>
          <p:cNvSpPr txBox="1"/>
          <p:nvPr>
            <p:ph idx="4294967295" type="title"/>
          </p:nvPr>
        </p:nvSpPr>
        <p:spPr>
          <a:xfrm>
            <a:off x="176925" y="144811"/>
            <a:ext cx="5728500" cy="10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Performance By Creative — Traffic (Brand Ads to Shop)</a:t>
            </a:r>
            <a:endParaRPr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5/6-5/21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622" name="Google Shape;622;p86"/>
          <p:cNvGraphicFramePr/>
          <p:nvPr/>
        </p:nvGraphicFramePr>
        <p:xfrm>
          <a:off x="176931" y="14025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{940E5BB8-57EC-4A13-9613-0BDBFF7B466F}</a:tableStyleId>
              </a:tblPr>
              <a:tblGrid>
                <a:gridCol w="1319300"/>
                <a:gridCol w="911825"/>
                <a:gridCol w="900650"/>
                <a:gridCol w="782950"/>
                <a:gridCol w="1035450"/>
                <a:gridCol w="1165075"/>
                <a:gridCol w="1013825"/>
                <a:gridCol w="884150"/>
                <a:gridCol w="884150"/>
              </a:tblGrid>
              <a:tr h="64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Creative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Impressions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PDP VR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New Shop Visitor (90 day inactive)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Assisted 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New Shop Visitor 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(90 day inactive)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Assisted CP 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PDP View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Assisted 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Purchase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Assisted 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Gross Rev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4000" marB="540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 name 1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$1,111.11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1,000,000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29.39%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47,890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67,890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$0.12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$45.67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 name 2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$1,111.11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1,000,000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29.39%</a:t>
                      </a:r>
                      <a:endParaRPr/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47,890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67,890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$0.12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$45.67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 name 3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$1,111.11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1,000,000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29.39%</a:t>
                      </a:r>
                      <a:endParaRPr/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47,890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67,890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$0.12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$45.67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 name 4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$1,111.11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1,000,000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29.39%</a:t>
                      </a:r>
                      <a:endParaRPr/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47,890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67,890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$0.12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$45.67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 name 5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$1,111.11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1,000,000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29.39%</a:t>
                      </a:r>
                      <a:endParaRPr/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47,890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67,890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$0.12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$45.67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 name 6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$1,111.11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1,000,000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29.39%</a:t>
                      </a:r>
                      <a:endParaRPr/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47,890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67,890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$0.12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$45.67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 name 7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00" marB="45700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$1,111.11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1,000,000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29.39%</a:t>
                      </a:r>
                      <a:endParaRPr/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47,890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67,890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$0.12</a:t>
                      </a:r>
                      <a:endParaRPr b="1" sz="8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b="1" sz="8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$45.67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23" name="Google Shape;623;p86"/>
          <p:cNvPicPr preferRelativeResize="0"/>
          <p:nvPr/>
        </p:nvPicPr>
        <p:blipFill rotWithShape="1">
          <a:blip r:embed="rId3">
            <a:alphaModFix/>
          </a:blip>
          <a:srcRect b="0" l="5862" r="5862" t="0"/>
          <a:stretch/>
        </p:blipFill>
        <p:spPr>
          <a:xfrm>
            <a:off x="8358550" y="-9460"/>
            <a:ext cx="785450" cy="890175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86"/>
          <p:cNvSpPr txBox="1"/>
          <p:nvPr/>
        </p:nvSpPr>
        <p:spPr>
          <a:xfrm>
            <a:off x="4169250" y="4899599"/>
            <a:ext cx="48243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" sz="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Benchmarks: </a:t>
            </a:r>
            <a:r>
              <a:rPr i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TBD</a:t>
            </a:r>
            <a:endParaRPr b="0" i="1" sz="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5" name="Google Shape;625;p86"/>
          <p:cNvSpPr/>
          <p:nvPr/>
        </p:nvSpPr>
        <p:spPr>
          <a:xfrm>
            <a:off x="6839850" y="290275"/>
            <a:ext cx="165600" cy="165600"/>
          </a:xfrm>
          <a:prstGeom prst="ellipse">
            <a:avLst/>
          </a:prstGeom>
          <a:solidFill>
            <a:srgbClr val="6ADF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26" name="Google Shape;626;p86"/>
          <p:cNvSpPr txBox="1"/>
          <p:nvPr/>
        </p:nvSpPr>
        <p:spPr>
          <a:xfrm>
            <a:off x="6925121" y="210457"/>
            <a:ext cx="12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= Above Benchmark</a:t>
            </a:r>
            <a:endParaRPr b="0" i="0" sz="900" u="none" cap="none" strike="noStrike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87"/>
          <p:cNvSpPr txBox="1"/>
          <p:nvPr>
            <p:ph idx="4294967295" type="title"/>
          </p:nvPr>
        </p:nvSpPr>
        <p:spPr>
          <a:xfrm>
            <a:off x="176925" y="144811"/>
            <a:ext cx="5728500" cy="10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Insights</a:t>
            </a:r>
            <a:endParaRPr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5/6-5/21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2" name="Google Shape;632;p87"/>
          <p:cNvPicPr preferRelativeResize="0"/>
          <p:nvPr/>
        </p:nvPicPr>
        <p:blipFill rotWithShape="1">
          <a:blip r:embed="rId3">
            <a:alphaModFix/>
          </a:blip>
          <a:srcRect b="0" l="5862" r="5862" t="0"/>
          <a:stretch/>
        </p:blipFill>
        <p:spPr>
          <a:xfrm>
            <a:off x="8358550" y="-9460"/>
            <a:ext cx="785450" cy="890175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87"/>
          <p:cNvSpPr txBox="1"/>
          <p:nvPr/>
        </p:nvSpPr>
        <p:spPr>
          <a:xfrm>
            <a:off x="4169250" y="4899599"/>
            <a:ext cx="48243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" sz="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Benchmarks: </a:t>
            </a:r>
            <a:r>
              <a:rPr i="1"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TBD</a:t>
            </a:r>
            <a:endParaRPr b="0" i="1" sz="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p87"/>
          <p:cNvSpPr txBox="1"/>
          <p:nvPr/>
        </p:nvSpPr>
        <p:spPr>
          <a:xfrm>
            <a:off x="529475" y="880725"/>
            <a:ext cx="8212200" cy="37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-"/>
            </a:pPr>
            <a:r>
              <a:rPr lang="en" sz="1200">
                <a:solidFill>
                  <a:schemeClr val="lt1"/>
                </a:solidFill>
              </a:rPr>
              <a:t>Insight 1</a:t>
            </a:r>
            <a:br>
              <a:rPr lang="en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-"/>
            </a:pPr>
            <a:r>
              <a:rPr b="1" lang="en" sz="1200">
                <a:solidFill>
                  <a:schemeClr val="lt1"/>
                </a:solidFill>
              </a:rPr>
              <a:t>Insight 2</a:t>
            </a:r>
            <a:endParaRPr sz="12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-"/>
            </a:pPr>
            <a:r>
              <a:rPr lang="en" sz="1200">
                <a:solidFill>
                  <a:schemeClr val="lt1"/>
                </a:solidFill>
              </a:rPr>
              <a:t>Insight 3</a:t>
            </a:r>
            <a:endParaRPr sz="12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-"/>
            </a:pPr>
            <a:r>
              <a:rPr b="1" lang="en" sz="1200">
                <a:solidFill>
                  <a:schemeClr val="lt1"/>
                </a:solidFill>
              </a:rPr>
              <a:t>Insight 4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T_Master">
  <a:themeElements>
    <a:clrScheme name="Simple Light">
      <a:dk1>
        <a:srgbClr val="000000"/>
      </a:dk1>
      <a:lt1>
        <a:srgbClr val="FFFFFF"/>
      </a:lt1>
      <a:dk2>
        <a:srgbClr val="FE2C55"/>
      </a:dk2>
      <a:lt2>
        <a:srgbClr val="25F4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